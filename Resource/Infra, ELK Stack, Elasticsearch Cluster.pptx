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571" autoAdjust="0"/>
  </p:normalViewPr>
  <p:slideViewPr>
    <p:cSldViewPr snapToGrid="0">
      <p:cViewPr varScale="1">
        <p:scale>
          <a:sx n="80" d="100"/>
          <a:sy n="80" d="100"/>
        </p:scale>
        <p:origin x="17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97FE0-98AB-C5B9-3C71-80FE34231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FB985D-F7CC-CC9E-2806-69C0C545D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FA2FE-6AA4-411F-6BCC-152FB569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CC38E7-13A5-F230-A942-087BF4B8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F4FB13-1994-9A9D-3E11-6D078C92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55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9BA08-2CD6-D0FA-B043-7BFC04DD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8A401-D65F-B307-1CA0-1CF363A52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19C4B5-597D-9ACD-6385-0988C8A4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D0F00-9FD7-3DC3-22A4-BDD0C83A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81F9E9-803B-A663-1C66-8D30893A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589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352D7-3C69-FDEC-3418-C7F35518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9D73C-F984-F4AC-3BA5-81D436C67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4A05B-D987-7AA6-0754-C33E93FD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DC72EA-4446-30C8-0EFB-6BC41CB9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5079DF-A171-EED1-A37B-776A9C46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68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DF978-D35D-A7C2-DCD7-4BFB9D6F4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C123B-E305-D032-46FA-ACB0AF8D2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84D752-22E6-9F3A-88A6-D30D2033A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61EB1F-ACB2-4522-32B0-D03FCC5F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A9F3E5-4294-A37F-DCE6-1753C685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9C316D-9D4A-6D26-D702-6C3F42F3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63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B5A98-784F-C79C-D4EF-CBDF673A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D1081-70F9-39D1-BD6E-4104A524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0AEA6C-8459-E626-539A-5C81DF34A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3CCE06-0B01-863D-7EDC-A4AE14C0B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352BF6-5D93-4BD5-566C-A461A4B1F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F4F9BB-C9C9-6363-6D66-F4F7A037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38CDB4-D023-770A-0A17-7682ECEC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BC72D-B1E1-C878-FF40-F79760A4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98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01E39-A724-6CF3-FF60-844B276F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EA95AB-51E2-071E-7447-04BE6C4E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5F82A2-0D0A-8698-5F4E-94DD39AD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54C603-B7EA-BAB0-BDA1-D4AD77C3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50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C4ED97-8438-CC14-8609-629F2043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96DFA7-B468-DE03-771C-EB0E67A5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0E56CB-B991-EF5F-5C69-7728B549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62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4657B-1FE9-3B0D-1BAB-C361BF52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98410-08F4-2CED-2319-58A1345C0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8327CD-F184-1AEA-221C-CADE73F6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2712FF-DE7D-6074-0412-91E6F35D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C1DC4-8421-C37D-CFDD-86786D7E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4E149-9DB0-4A9E-EC9F-0794C3AA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002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405C9-DDB0-2389-1328-5106D145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8B4ACB-9C28-7703-A051-2287F89D7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90D9A3-BC73-D7D5-F94A-6F31F109F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294898-CBC5-46AF-D2A5-C3A63EE2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E47EA6-9C07-9B18-AE88-2502B413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BCE117-0FD9-D27C-7D2B-EAD70B3C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63CB3-F8CB-A6A7-E4ED-AA8400A7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65AC9E-3A42-F322-6433-723136B33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6E45F1-118B-C2DC-35E8-FA91069D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B00249-B40B-94EF-635F-3CF9A8F4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9E54C-5123-4598-747D-F8C152C5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86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3DC570-3204-7A24-F6DB-76BFB4265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8BD9D-3736-EC2C-C5BF-F47A83A48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3895E-0143-9FA3-103E-1A8C9EA1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F4222-A800-45D3-DEDD-3605AEAB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25A86-4719-AF44-9D11-CA30719E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75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1676F3-9ECE-659B-26B3-3B0973D9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8E9960-2549-8865-CC68-6B40254F5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9FFA5-7CC8-BB5E-CE0C-413B1B901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4B103-A255-4555-820F-3A7EAEECFEAD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A79755-0412-3B46-5577-FAEA04E92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7C05EC-D264-6331-17C6-D1AAE7C5B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F4897-A917-486E-AF35-4AAFE188D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94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E4DB6817-9258-94F5-4754-2CC0F13F0993}"/>
              </a:ext>
            </a:extLst>
          </p:cNvPr>
          <p:cNvSpPr/>
          <p:nvPr/>
        </p:nvSpPr>
        <p:spPr>
          <a:xfrm>
            <a:off x="620280" y="1135115"/>
            <a:ext cx="932873" cy="81420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979840E-0BEC-D166-32F5-18CD3DD2CB58}"/>
              </a:ext>
            </a:extLst>
          </p:cNvPr>
          <p:cNvSpPr/>
          <p:nvPr/>
        </p:nvSpPr>
        <p:spPr>
          <a:xfrm>
            <a:off x="3371403" y="739383"/>
            <a:ext cx="1267028" cy="418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</a:t>
            </a:r>
            <a:r>
              <a:rPr lang="en-US" altLang="ko-KR" sz="800" dirty="0" err="1">
                <a:solidFill>
                  <a:schemeClr val="tx1"/>
                </a:solidFill>
              </a:rPr>
              <a:t>remote_cluster_client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= coordinator]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CA268F6-576B-8A2A-D4F6-611DFA01ADC3}"/>
              </a:ext>
            </a:extLst>
          </p:cNvPr>
          <p:cNvSpPr/>
          <p:nvPr/>
        </p:nvSpPr>
        <p:spPr>
          <a:xfrm>
            <a:off x="2950507" y="410249"/>
            <a:ext cx="9089093" cy="35165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EE7F2B-065B-8150-230B-555CC1CA6717}"/>
              </a:ext>
            </a:extLst>
          </p:cNvPr>
          <p:cNvSpPr txBox="1"/>
          <p:nvPr/>
        </p:nvSpPr>
        <p:spPr>
          <a:xfrm>
            <a:off x="2898310" y="68525"/>
            <a:ext cx="1257240" cy="33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Clouster</a:t>
            </a:r>
            <a:r>
              <a:rPr lang="en-US" altLang="ko-KR" sz="800" dirty="0"/>
              <a:t> Network</a:t>
            </a:r>
            <a:endParaRPr lang="ko-KR" altLang="en-US" sz="800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B513E8D-F872-DE97-A313-F8F9AC094F46}"/>
              </a:ext>
            </a:extLst>
          </p:cNvPr>
          <p:cNvSpPr/>
          <p:nvPr/>
        </p:nvSpPr>
        <p:spPr>
          <a:xfrm>
            <a:off x="5621968" y="1161904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[Ingest]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AEFB925-9997-547F-1757-24A701B0F13F}"/>
              </a:ext>
            </a:extLst>
          </p:cNvPr>
          <p:cNvSpPr/>
          <p:nvPr/>
        </p:nvSpPr>
        <p:spPr>
          <a:xfrm>
            <a:off x="7872533" y="687313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[Data]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2B26487-FE5E-8C95-BB23-C06E0238D6E0}"/>
              </a:ext>
            </a:extLst>
          </p:cNvPr>
          <p:cNvSpPr/>
          <p:nvPr/>
        </p:nvSpPr>
        <p:spPr>
          <a:xfrm>
            <a:off x="7872533" y="1163590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[Data]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C694752-1F5D-6EF0-C3BE-63DA481A8F43}"/>
              </a:ext>
            </a:extLst>
          </p:cNvPr>
          <p:cNvSpPr/>
          <p:nvPr/>
        </p:nvSpPr>
        <p:spPr>
          <a:xfrm>
            <a:off x="7872533" y="1631581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[Data]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9E515ED5-51E2-2DDF-65D4-B0DA3770D484}"/>
              </a:ext>
            </a:extLst>
          </p:cNvPr>
          <p:cNvCxnSpPr>
            <a:cxnSpLocks/>
            <a:stCxn id="4" idx="6"/>
            <a:endCxn id="62" idx="1"/>
          </p:cNvCxnSpPr>
          <p:nvPr/>
        </p:nvCxnSpPr>
        <p:spPr>
          <a:xfrm flipV="1">
            <a:off x="1553153" y="948642"/>
            <a:ext cx="1818250" cy="593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2084E4B3-C79F-542F-6538-C8625DEA3627}"/>
              </a:ext>
            </a:extLst>
          </p:cNvPr>
          <p:cNvCxnSpPr>
            <a:cxnSpLocks/>
            <a:stCxn id="108" idx="3"/>
            <a:endCxn id="111" idx="1"/>
          </p:cNvCxnSpPr>
          <p:nvPr/>
        </p:nvCxnSpPr>
        <p:spPr>
          <a:xfrm>
            <a:off x="6888996" y="1322504"/>
            <a:ext cx="983537" cy="16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연결선: 꺾임 125">
            <a:extLst>
              <a:ext uri="{FF2B5EF4-FFF2-40B4-BE49-F238E27FC236}">
                <a16:creationId xmlns:a16="http://schemas.microsoft.com/office/drawing/2014/main" id="{F6A27099-B495-FA35-433B-02A09CF2187E}"/>
              </a:ext>
            </a:extLst>
          </p:cNvPr>
          <p:cNvCxnSpPr>
            <a:cxnSpLocks/>
            <a:stCxn id="108" idx="3"/>
            <a:endCxn id="112" idx="1"/>
          </p:cNvCxnSpPr>
          <p:nvPr/>
        </p:nvCxnSpPr>
        <p:spPr>
          <a:xfrm>
            <a:off x="6888996" y="1322504"/>
            <a:ext cx="983537" cy="4696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B315309-C7E0-9DC8-449E-58F689D19A98}"/>
              </a:ext>
            </a:extLst>
          </p:cNvPr>
          <p:cNvSpPr/>
          <p:nvPr/>
        </p:nvSpPr>
        <p:spPr>
          <a:xfrm>
            <a:off x="9907716" y="682233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[Master]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7FB034FB-0BAE-F121-100C-FEC129F4318A}"/>
              </a:ext>
            </a:extLst>
          </p:cNvPr>
          <p:cNvSpPr/>
          <p:nvPr/>
        </p:nvSpPr>
        <p:spPr>
          <a:xfrm>
            <a:off x="9907716" y="1158510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[Master]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BF39191-D728-0A42-B99E-632E608763C6}"/>
              </a:ext>
            </a:extLst>
          </p:cNvPr>
          <p:cNvSpPr/>
          <p:nvPr/>
        </p:nvSpPr>
        <p:spPr>
          <a:xfrm>
            <a:off x="9907716" y="1629703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[Master]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2A7668C4-7010-EB57-FA2B-9C6C3171DB8B}"/>
              </a:ext>
            </a:extLst>
          </p:cNvPr>
          <p:cNvCxnSpPr>
            <a:stCxn id="110" idx="3"/>
            <a:endCxn id="132" idx="1"/>
          </p:cNvCxnSpPr>
          <p:nvPr/>
        </p:nvCxnSpPr>
        <p:spPr>
          <a:xfrm flipV="1">
            <a:off x="9139561" y="842833"/>
            <a:ext cx="768155" cy="508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A29DDF36-B644-7D6A-2161-E62AFD4CB2DE}"/>
              </a:ext>
            </a:extLst>
          </p:cNvPr>
          <p:cNvCxnSpPr>
            <a:cxnSpLocks/>
            <a:stCxn id="111" idx="3"/>
            <a:endCxn id="132" idx="1"/>
          </p:cNvCxnSpPr>
          <p:nvPr/>
        </p:nvCxnSpPr>
        <p:spPr>
          <a:xfrm flipV="1">
            <a:off x="9139561" y="842833"/>
            <a:ext cx="768155" cy="48135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3EE6802A-B40F-13BE-7C72-E2D976F0C0B3}"/>
              </a:ext>
            </a:extLst>
          </p:cNvPr>
          <p:cNvCxnSpPr>
            <a:cxnSpLocks/>
            <a:stCxn id="112" idx="3"/>
            <a:endCxn id="132" idx="1"/>
          </p:cNvCxnSpPr>
          <p:nvPr/>
        </p:nvCxnSpPr>
        <p:spPr>
          <a:xfrm flipV="1">
            <a:off x="9139561" y="842833"/>
            <a:ext cx="768155" cy="94934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5973E796-62D2-0945-C690-D005E36A7FAB}"/>
              </a:ext>
            </a:extLst>
          </p:cNvPr>
          <p:cNvCxnSpPr>
            <a:cxnSpLocks/>
            <a:stCxn id="133" idx="1"/>
            <a:endCxn id="110" idx="3"/>
          </p:cNvCxnSpPr>
          <p:nvPr/>
        </p:nvCxnSpPr>
        <p:spPr>
          <a:xfrm flipH="1" flipV="1">
            <a:off x="9139561" y="847913"/>
            <a:ext cx="768155" cy="47119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BB0A611E-202A-6FAB-631B-F67AE2905659}"/>
              </a:ext>
            </a:extLst>
          </p:cNvPr>
          <p:cNvCxnSpPr>
            <a:cxnSpLocks/>
            <a:stCxn id="134" idx="1"/>
            <a:endCxn id="110" idx="3"/>
          </p:cNvCxnSpPr>
          <p:nvPr/>
        </p:nvCxnSpPr>
        <p:spPr>
          <a:xfrm flipH="1" flipV="1">
            <a:off x="9139561" y="847913"/>
            <a:ext cx="768155" cy="94239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02825BE8-3339-32C1-6514-47BD44D6AE7C}"/>
              </a:ext>
            </a:extLst>
          </p:cNvPr>
          <p:cNvCxnSpPr>
            <a:cxnSpLocks/>
            <a:stCxn id="134" idx="1"/>
            <a:endCxn id="112" idx="3"/>
          </p:cNvCxnSpPr>
          <p:nvPr/>
        </p:nvCxnSpPr>
        <p:spPr>
          <a:xfrm flipH="1">
            <a:off x="9139561" y="1790303"/>
            <a:ext cx="768155" cy="187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18561FDC-1D95-72A8-A50E-48895B3B1819}"/>
              </a:ext>
            </a:extLst>
          </p:cNvPr>
          <p:cNvCxnSpPr>
            <a:cxnSpLocks/>
            <a:stCxn id="133" idx="1"/>
            <a:endCxn id="112" idx="3"/>
          </p:cNvCxnSpPr>
          <p:nvPr/>
        </p:nvCxnSpPr>
        <p:spPr>
          <a:xfrm flipH="1">
            <a:off x="9139561" y="1319110"/>
            <a:ext cx="768155" cy="47307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C118884C-6629-1526-70AA-126E710B922A}"/>
              </a:ext>
            </a:extLst>
          </p:cNvPr>
          <p:cNvCxnSpPr>
            <a:cxnSpLocks/>
            <a:stCxn id="133" idx="1"/>
            <a:endCxn id="111" idx="3"/>
          </p:cNvCxnSpPr>
          <p:nvPr/>
        </p:nvCxnSpPr>
        <p:spPr>
          <a:xfrm flipH="1">
            <a:off x="9139561" y="1319110"/>
            <a:ext cx="768155" cy="508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8EAA8578-5EA6-3DCC-57B0-F010FA090502}"/>
              </a:ext>
            </a:extLst>
          </p:cNvPr>
          <p:cNvCxnSpPr>
            <a:cxnSpLocks/>
            <a:stCxn id="134" idx="1"/>
            <a:endCxn id="111" idx="3"/>
          </p:cNvCxnSpPr>
          <p:nvPr/>
        </p:nvCxnSpPr>
        <p:spPr>
          <a:xfrm flipH="1" flipV="1">
            <a:off x="9139561" y="1324190"/>
            <a:ext cx="768155" cy="46611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A25DE318-AC8E-445B-9A86-6B5DA07BAE7A}"/>
              </a:ext>
            </a:extLst>
          </p:cNvPr>
          <p:cNvSpPr/>
          <p:nvPr/>
        </p:nvSpPr>
        <p:spPr>
          <a:xfrm>
            <a:off x="3371403" y="1487034"/>
            <a:ext cx="1267028" cy="418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</a:t>
            </a:r>
            <a:r>
              <a:rPr lang="en-US" altLang="ko-KR" sz="800" dirty="0" err="1">
                <a:solidFill>
                  <a:schemeClr val="tx1"/>
                </a:solidFill>
              </a:rPr>
              <a:t>remote_cluster_client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= coordinator]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09DC899C-8196-2A66-C395-1CE60EE860DF}"/>
              </a:ext>
            </a:extLst>
          </p:cNvPr>
          <p:cNvSpPr/>
          <p:nvPr/>
        </p:nvSpPr>
        <p:spPr>
          <a:xfrm>
            <a:off x="3371403" y="2226751"/>
            <a:ext cx="1267028" cy="418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</a:t>
            </a:r>
            <a:r>
              <a:rPr lang="en-US" altLang="ko-KR" sz="800" dirty="0" err="1">
                <a:solidFill>
                  <a:schemeClr val="tx1"/>
                </a:solidFill>
              </a:rPr>
              <a:t>remote_cluster_client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= coordinator]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7B4495F-1C18-C02B-CEAD-FFEADCA640A0}"/>
              </a:ext>
            </a:extLst>
          </p:cNvPr>
          <p:cNvSpPr/>
          <p:nvPr/>
        </p:nvSpPr>
        <p:spPr>
          <a:xfrm>
            <a:off x="5621968" y="1905551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[Ingest]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46DD97B8-717A-6819-89A8-ECE431FE4A3E}"/>
              </a:ext>
            </a:extLst>
          </p:cNvPr>
          <p:cNvCxnSpPr>
            <a:cxnSpLocks/>
            <a:stCxn id="62" idx="3"/>
            <a:endCxn id="108" idx="1"/>
          </p:cNvCxnSpPr>
          <p:nvPr/>
        </p:nvCxnSpPr>
        <p:spPr>
          <a:xfrm>
            <a:off x="4638431" y="948642"/>
            <a:ext cx="983537" cy="3738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연결선: 꺾임 200">
            <a:extLst>
              <a:ext uri="{FF2B5EF4-FFF2-40B4-BE49-F238E27FC236}">
                <a16:creationId xmlns:a16="http://schemas.microsoft.com/office/drawing/2014/main" id="{E1642AD7-0FFD-5222-C810-95A8B45CE9A7}"/>
              </a:ext>
            </a:extLst>
          </p:cNvPr>
          <p:cNvCxnSpPr>
            <a:cxnSpLocks/>
            <a:stCxn id="62" idx="3"/>
            <a:endCxn id="169" idx="1"/>
          </p:cNvCxnSpPr>
          <p:nvPr/>
        </p:nvCxnSpPr>
        <p:spPr>
          <a:xfrm>
            <a:off x="4638431" y="948642"/>
            <a:ext cx="983537" cy="1117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연결선: 꺾임 203">
            <a:extLst>
              <a:ext uri="{FF2B5EF4-FFF2-40B4-BE49-F238E27FC236}">
                <a16:creationId xmlns:a16="http://schemas.microsoft.com/office/drawing/2014/main" id="{454B0925-F58E-9D4B-6B72-8B1871F1211B}"/>
              </a:ext>
            </a:extLst>
          </p:cNvPr>
          <p:cNvCxnSpPr>
            <a:cxnSpLocks/>
            <a:stCxn id="167" idx="3"/>
            <a:endCxn id="108" idx="1"/>
          </p:cNvCxnSpPr>
          <p:nvPr/>
        </p:nvCxnSpPr>
        <p:spPr>
          <a:xfrm flipV="1">
            <a:off x="4638431" y="1322504"/>
            <a:ext cx="983537" cy="3737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연결선: 꺾임 206">
            <a:extLst>
              <a:ext uri="{FF2B5EF4-FFF2-40B4-BE49-F238E27FC236}">
                <a16:creationId xmlns:a16="http://schemas.microsoft.com/office/drawing/2014/main" id="{06889D2C-278A-2023-A363-E9ECF07A0605}"/>
              </a:ext>
            </a:extLst>
          </p:cNvPr>
          <p:cNvCxnSpPr>
            <a:cxnSpLocks/>
            <a:stCxn id="167" idx="3"/>
            <a:endCxn id="169" idx="1"/>
          </p:cNvCxnSpPr>
          <p:nvPr/>
        </p:nvCxnSpPr>
        <p:spPr>
          <a:xfrm>
            <a:off x="4638431" y="1696293"/>
            <a:ext cx="983537" cy="3698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111A1A26-F61B-B65C-4632-A646CE61CD4D}"/>
              </a:ext>
            </a:extLst>
          </p:cNvPr>
          <p:cNvCxnSpPr>
            <a:cxnSpLocks/>
            <a:stCxn id="168" idx="3"/>
            <a:endCxn id="169" idx="1"/>
          </p:cNvCxnSpPr>
          <p:nvPr/>
        </p:nvCxnSpPr>
        <p:spPr>
          <a:xfrm flipV="1">
            <a:off x="4638431" y="2066151"/>
            <a:ext cx="983537" cy="3698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연결선: 꺾임 212">
            <a:extLst>
              <a:ext uri="{FF2B5EF4-FFF2-40B4-BE49-F238E27FC236}">
                <a16:creationId xmlns:a16="http://schemas.microsoft.com/office/drawing/2014/main" id="{5D8EED21-A74E-696E-11FC-B62DC3B01599}"/>
              </a:ext>
            </a:extLst>
          </p:cNvPr>
          <p:cNvCxnSpPr>
            <a:cxnSpLocks/>
            <a:stCxn id="168" idx="3"/>
            <a:endCxn id="108" idx="1"/>
          </p:cNvCxnSpPr>
          <p:nvPr/>
        </p:nvCxnSpPr>
        <p:spPr>
          <a:xfrm flipV="1">
            <a:off x="4638431" y="1322504"/>
            <a:ext cx="983537" cy="11135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98077B4E-7CA5-B8E5-0BAE-3F19B77F68B6}"/>
              </a:ext>
            </a:extLst>
          </p:cNvPr>
          <p:cNvSpPr/>
          <p:nvPr/>
        </p:nvSpPr>
        <p:spPr>
          <a:xfrm>
            <a:off x="7872533" y="2155152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[Data]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85A39937-96A6-EE0E-0559-F44366CB1EAB}"/>
              </a:ext>
            </a:extLst>
          </p:cNvPr>
          <p:cNvSpPr/>
          <p:nvPr/>
        </p:nvSpPr>
        <p:spPr>
          <a:xfrm>
            <a:off x="7872533" y="2631429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[Data]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ECCED6D8-88E3-B869-7EF3-A40174C5D694}"/>
              </a:ext>
            </a:extLst>
          </p:cNvPr>
          <p:cNvSpPr/>
          <p:nvPr/>
        </p:nvSpPr>
        <p:spPr>
          <a:xfrm>
            <a:off x="7872533" y="3099420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[Data]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6DBA9EEA-58F7-454A-90FE-BD477B89FB57}"/>
              </a:ext>
            </a:extLst>
          </p:cNvPr>
          <p:cNvSpPr/>
          <p:nvPr/>
        </p:nvSpPr>
        <p:spPr>
          <a:xfrm>
            <a:off x="9907716" y="2155152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[Master]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201901D8-42E5-E12E-D9E0-6C4E9E7E00BA}"/>
              </a:ext>
            </a:extLst>
          </p:cNvPr>
          <p:cNvSpPr/>
          <p:nvPr/>
        </p:nvSpPr>
        <p:spPr>
          <a:xfrm>
            <a:off x="9907716" y="2631429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[Master]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1F27D004-B209-C8F7-B3C0-E41293A7B447}"/>
              </a:ext>
            </a:extLst>
          </p:cNvPr>
          <p:cNvSpPr/>
          <p:nvPr/>
        </p:nvSpPr>
        <p:spPr>
          <a:xfrm>
            <a:off x="9907716" y="3102622"/>
            <a:ext cx="1267028" cy="32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[Master]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7274C8F3-8889-891E-F00C-160CBC9A9033}"/>
              </a:ext>
            </a:extLst>
          </p:cNvPr>
          <p:cNvCxnSpPr>
            <a:stCxn id="220" idx="3"/>
            <a:endCxn id="223" idx="1"/>
          </p:cNvCxnSpPr>
          <p:nvPr/>
        </p:nvCxnSpPr>
        <p:spPr>
          <a:xfrm>
            <a:off x="9139561" y="2315752"/>
            <a:ext cx="768155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DFF9D3E9-6E0A-7ACA-F159-DDD6A539E52D}"/>
              </a:ext>
            </a:extLst>
          </p:cNvPr>
          <p:cNvCxnSpPr>
            <a:cxnSpLocks/>
            <a:stCxn id="221" idx="3"/>
            <a:endCxn id="223" idx="1"/>
          </p:cNvCxnSpPr>
          <p:nvPr/>
        </p:nvCxnSpPr>
        <p:spPr>
          <a:xfrm flipV="1">
            <a:off x="9139561" y="2315752"/>
            <a:ext cx="768155" cy="47627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D7C20089-C198-B8E5-97B4-6F025B325F1C}"/>
              </a:ext>
            </a:extLst>
          </p:cNvPr>
          <p:cNvCxnSpPr>
            <a:cxnSpLocks/>
            <a:stCxn id="222" idx="3"/>
            <a:endCxn id="223" idx="1"/>
          </p:cNvCxnSpPr>
          <p:nvPr/>
        </p:nvCxnSpPr>
        <p:spPr>
          <a:xfrm flipV="1">
            <a:off x="9139561" y="2315752"/>
            <a:ext cx="768155" cy="94426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8931C64A-2907-6C8E-512F-CB5C270093F3}"/>
              </a:ext>
            </a:extLst>
          </p:cNvPr>
          <p:cNvCxnSpPr>
            <a:cxnSpLocks/>
            <a:stCxn id="224" idx="1"/>
            <a:endCxn id="220" idx="3"/>
          </p:cNvCxnSpPr>
          <p:nvPr/>
        </p:nvCxnSpPr>
        <p:spPr>
          <a:xfrm flipH="1" flipV="1">
            <a:off x="9139561" y="2315752"/>
            <a:ext cx="768155" cy="47627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B7DA1DE1-B813-B686-D5EF-28ECDF41E7FE}"/>
              </a:ext>
            </a:extLst>
          </p:cNvPr>
          <p:cNvCxnSpPr>
            <a:cxnSpLocks/>
            <a:stCxn id="225" idx="1"/>
            <a:endCxn id="220" idx="3"/>
          </p:cNvCxnSpPr>
          <p:nvPr/>
        </p:nvCxnSpPr>
        <p:spPr>
          <a:xfrm flipH="1" flipV="1">
            <a:off x="9139561" y="2315752"/>
            <a:ext cx="768155" cy="94747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ED445410-2758-D57A-4271-9FBFFD007A49}"/>
              </a:ext>
            </a:extLst>
          </p:cNvPr>
          <p:cNvCxnSpPr>
            <a:cxnSpLocks/>
            <a:stCxn id="225" idx="1"/>
            <a:endCxn id="222" idx="3"/>
          </p:cNvCxnSpPr>
          <p:nvPr/>
        </p:nvCxnSpPr>
        <p:spPr>
          <a:xfrm flipH="1" flipV="1">
            <a:off x="9139561" y="3260020"/>
            <a:ext cx="768155" cy="320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945BF507-9823-9544-C282-FC97397C4C54}"/>
              </a:ext>
            </a:extLst>
          </p:cNvPr>
          <p:cNvCxnSpPr>
            <a:cxnSpLocks/>
            <a:stCxn id="224" idx="1"/>
            <a:endCxn id="222" idx="3"/>
          </p:cNvCxnSpPr>
          <p:nvPr/>
        </p:nvCxnSpPr>
        <p:spPr>
          <a:xfrm flipH="1">
            <a:off x="9139561" y="2792029"/>
            <a:ext cx="768155" cy="46799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6B84A906-3BF6-A6BC-5D67-37C582E3BFCE}"/>
              </a:ext>
            </a:extLst>
          </p:cNvPr>
          <p:cNvCxnSpPr>
            <a:cxnSpLocks/>
            <a:stCxn id="224" idx="1"/>
            <a:endCxn id="221" idx="3"/>
          </p:cNvCxnSpPr>
          <p:nvPr/>
        </p:nvCxnSpPr>
        <p:spPr>
          <a:xfrm flipH="1">
            <a:off x="9139561" y="2792029"/>
            <a:ext cx="768155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6523FE5B-683E-BD27-5CB8-307181AD5840}"/>
              </a:ext>
            </a:extLst>
          </p:cNvPr>
          <p:cNvCxnSpPr>
            <a:cxnSpLocks/>
            <a:stCxn id="225" idx="1"/>
            <a:endCxn id="221" idx="3"/>
          </p:cNvCxnSpPr>
          <p:nvPr/>
        </p:nvCxnSpPr>
        <p:spPr>
          <a:xfrm flipH="1" flipV="1">
            <a:off x="9139561" y="2792029"/>
            <a:ext cx="768155" cy="47119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연결선: 꺾임 235">
            <a:extLst>
              <a:ext uri="{FF2B5EF4-FFF2-40B4-BE49-F238E27FC236}">
                <a16:creationId xmlns:a16="http://schemas.microsoft.com/office/drawing/2014/main" id="{BA96663D-FD80-7880-4105-7FE7B210FBF0}"/>
              </a:ext>
            </a:extLst>
          </p:cNvPr>
          <p:cNvCxnSpPr>
            <a:cxnSpLocks/>
            <a:stCxn id="108" idx="3"/>
            <a:endCxn id="110" idx="1"/>
          </p:cNvCxnSpPr>
          <p:nvPr/>
        </p:nvCxnSpPr>
        <p:spPr>
          <a:xfrm flipV="1">
            <a:off x="6888996" y="847913"/>
            <a:ext cx="983537" cy="4745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연결선: 꺾임 247">
            <a:extLst>
              <a:ext uri="{FF2B5EF4-FFF2-40B4-BE49-F238E27FC236}">
                <a16:creationId xmlns:a16="http://schemas.microsoft.com/office/drawing/2014/main" id="{8CB00E95-7A9F-32B3-4B1D-32A019DB9D68}"/>
              </a:ext>
            </a:extLst>
          </p:cNvPr>
          <p:cNvCxnSpPr>
            <a:cxnSpLocks/>
            <a:stCxn id="108" idx="3"/>
            <a:endCxn id="220" idx="1"/>
          </p:cNvCxnSpPr>
          <p:nvPr/>
        </p:nvCxnSpPr>
        <p:spPr>
          <a:xfrm>
            <a:off x="6888996" y="1322504"/>
            <a:ext cx="983537" cy="993248"/>
          </a:xfrm>
          <a:prstGeom prst="bentConnector3">
            <a:avLst>
              <a:gd name="adj1" fmla="val 4974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F1B64C04-FBF2-F86E-CC86-A5A522D00E0A}"/>
              </a:ext>
            </a:extLst>
          </p:cNvPr>
          <p:cNvCxnSpPr>
            <a:cxnSpLocks/>
            <a:stCxn id="108" idx="3"/>
            <a:endCxn id="221" idx="1"/>
          </p:cNvCxnSpPr>
          <p:nvPr/>
        </p:nvCxnSpPr>
        <p:spPr>
          <a:xfrm>
            <a:off x="6888996" y="1322504"/>
            <a:ext cx="983537" cy="1469525"/>
          </a:xfrm>
          <a:prstGeom prst="bentConnector3">
            <a:avLst>
              <a:gd name="adj1" fmla="val 495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연결선: 꺾임 269">
            <a:extLst>
              <a:ext uri="{FF2B5EF4-FFF2-40B4-BE49-F238E27FC236}">
                <a16:creationId xmlns:a16="http://schemas.microsoft.com/office/drawing/2014/main" id="{0DBB8B0C-4830-DB92-DE32-0935576B261A}"/>
              </a:ext>
            </a:extLst>
          </p:cNvPr>
          <p:cNvCxnSpPr>
            <a:cxnSpLocks/>
          </p:cNvCxnSpPr>
          <p:nvPr/>
        </p:nvCxnSpPr>
        <p:spPr>
          <a:xfrm>
            <a:off x="6888996" y="1317507"/>
            <a:ext cx="983537" cy="1937516"/>
          </a:xfrm>
          <a:prstGeom prst="bentConnector3">
            <a:avLst>
              <a:gd name="adj1" fmla="val 494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연결선: 꺾임 278">
            <a:extLst>
              <a:ext uri="{FF2B5EF4-FFF2-40B4-BE49-F238E27FC236}">
                <a16:creationId xmlns:a16="http://schemas.microsoft.com/office/drawing/2014/main" id="{0596FC4E-D782-4FE8-F80C-1C5707BC045A}"/>
              </a:ext>
            </a:extLst>
          </p:cNvPr>
          <p:cNvCxnSpPr>
            <a:cxnSpLocks/>
            <a:stCxn id="169" idx="3"/>
            <a:endCxn id="110" idx="1"/>
          </p:cNvCxnSpPr>
          <p:nvPr/>
        </p:nvCxnSpPr>
        <p:spPr>
          <a:xfrm flipV="1">
            <a:off x="6888996" y="847913"/>
            <a:ext cx="983537" cy="1218238"/>
          </a:xfrm>
          <a:prstGeom prst="bentConnector3">
            <a:avLst>
              <a:gd name="adj1" fmla="val 275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연결선: 꺾임 282">
            <a:extLst>
              <a:ext uri="{FF2B5EF4-FFF2-40B4-BE49-F238E27FC236}">
                <a16:creationId xmlns:a16="http://schemas.microsoft.com/office/drawing/2014/main" id="{C321F0E9-27AD-B64D-895B-EF387A62B202}"/>
              </a:ext>
            </a:extLst>
          </p:cNvPr>
          <p:cNvCxnSpPr>
            <a:cxnSpLocks/>
            <a:stCxn id="169" idx="3"/>
            <a:endCxn id="111" idx="1"/>
          </p:cNvCxnSpPr>
          <p:nvPr/>
        </p:nvCxnSpPr>
        <p:spPr>
          <a:xfrm flipV="1">
            <a:off x="6888996" y="1324190"/>
            <a:ext cx="983537" cy="741961"/>
          </a:xfrm>
          <a:prstGeom prst="bentConnector3">
            <a:avLst>
              <a:gd name="adj1" fmla="val 277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연결선: 꺾임 286">
            <a:extLst>
              <a:ext uri="{FF2B5EF4-FFF2-40B4-BE49-F238E27FC236}">
                <a16:creationId xmlns:a16="http://schemas.microsoft.com/office/drawing/2014/main" id="{5A059429-B76B-23D8-A4D9-71113837F2D9}"/>
              </a:ext>
            </a:extLst>
          </p:cNvPr>
          <p:cNvCxnSpPr>
            <a:cxnSpLocks/>
            <a:stCxn id="169" idx="3"/>
            <a:endCxn id="112" idx="1"/>
          </p:cNvCxnSpPr>
          <p:nvPr/>
        </p:nvCxnSpPr>
        <p:spPr>
          <a:xfrm flipV="1">
            <a:off x="6888996" y="1792181"/>
            <a:ext cx="983537" cy="273970"/>
          </a:xfrm>
          <a:prstGeom prst="bentConnector3">
            <a:avLst>
              <a:gd name="adj1" fmla="val 275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연결선: 꺾임 290">
            <a:extLst>
              <a:ext uri="{FF2B5EF4-FFF2-40B4-BE49-F238E27FC236}">
                <a16:creationId xmlns:a16="http://schemas.microsoft.com/office/drawing/2014/main" id="{AD1A9962-7895-1698-FAC1-D10ED6B22E5B}"/>
              </a:ext>
            </a:extLst>
          </p:cNvPr>
          <p:cNvCxnSpPr>
            <a:cxnSpLocks/>
            <a:stCxn id="169" idx="3"/>
            <a:endCxn id="220" idx="1"/>
          </p:cNvCxnSpPr>
          <p:nvPr/>
        </p:nvCxnSpPr>
        <p:spPr>
          <a:xfrm>
            <a:off x="6888996" y="2066151"/>
            <a:ext cx="983537" cy="249601"/>
          </a:xfrm>
          <a:prstGeom prst="bentConnector3">
            <a:avLst>
              <a:gd name="adj1" fmla="val 277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연결선: 꺾임 294">
            <a:extLst>
              <a:ext uri="{FF2B5EF4-FFF2-40B4-BE49-F238E27FC236}">
                <a16:creationId xmlns:a16="http://schemas.microsoft.com/office/drawing/2014/main" id="{F04E47E5-45BE-2764-7B08-E286BE050262}"/>
              </a:ext>
            </a:extLst>
          </p:cNvPr>
          <p:cNvCxnSpPr>
            <a:cxnSpLocks/>
            <a:stCxn id="169" idx="3"/>
            <a:endCxn id="221" idx="1"/>
          </p:cNvCxnSpPr>
          <p:nvPr/>
        </p:nvCxnSpPr>
        <p:spPr>
          <a:xfrm>
            <a:off x="6888996" y="2066151"/>
            <a:ext cx="983537" cy="725878"/>
          </a:xfrm>
          <a:prstGeom prst="bentConnector3">
            <a:avLst>
              <a:gd name="adj1" fmla="val 272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연결선: 꺾임 299">
            <a:extLst>
              <a:ext uri="{FF2B5EF4-FFF2-40B4-BE49-F238E27FC236}">
                <a16:creationId xmlns:a16="http://schemas.microsoft.com/office/drawing/2014/main" id="{D9965781-82B6-D473-51A2-420E76964853}"/>
              </a:ext>
            </a:extLst>
          </p:cNvPr>
          <p:cNvCxnSpPr>
            <a:cxnSpLocks/>
            <a:stCxn id="169" idx="3"/>
            <a:endCxn id="222" idx="1"/>
          </p:cNvCxnSpPr>
          <p:nvPr/>
        </p:nvCxnSpPr>
        <p:spPr>
          <a:xfrm>
            <a:off x="6888996" y="2066151"/>
            <a:ext cx="983537" cy="1193869"/>
          </a:xfrm>
          <a:prstGeom prst="bentConnector3">
            <a:avLst>
              <a:gd name="adj1" fmla="val 272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B63B1229-AB15-24C5-E24B-92AA9702EDE9}"/>
              </a:ext>
            </a:extLst>
          </p:cNvPr>
          <p:cNvCxnSpPr>
            <a:cxnSpLocks/>
            <a:stCxn id="223" idx="1"/>
            <a:endCxn id="110" idx="3"/>
          </p:cNvCxnSpPr>
          <p:nvPr/>
        </p:nvCxnSpPr>
        <p:spPr>
          <a:xfrm flipH="1" flipV="1">
            <a:off x="9139561" y="847913"/>
            <a:ext cx="768155" cy="146783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8412CC7-6A5A-2AD3-3D7D-56A53506A6C6}"/>
              </a:ext>
            </a:extLst>
          </p:cNvPr>
          <p:cNvCxnSpPr>
            <a:cxnSpLocks/>
            <a:stCxn id="224" idx="1"/>
            <a:endCxn id="110" idx="3"/>
          </p:cNvCxnSpPr>
          <p:nvPr/>
        </p:nvCxnSpPr>
        <p:spPr>
          <a:xfrm flipH="1" flipV="1">
            <a:off x="9139561" y="847913"/>
            <a:ext cx="768155" cy="194411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직선 연결선 314">
            <a:extLst>
              <a:ext uri="{FF2B5EF4-FFF2-40B4-BE49-F238E27FC236}">
                <a16:creationId xmlns:a16="http://schemas.microsoft.com/office/drawing/2014/main" id="{3685E29C-A96C-919A-CD75-5510626EE9F6}"/>
              </a:ext>
            </a:extLst>
          </p:cNvPr>
          <p:cNvCxnSpPr>
            <a:cxnSpLocks/>
            <a:stCxn id="225" idx="1"/>
            <a:endCxn id="110" idx="3"/>
          </p:cNvCxnSpPr>
          <p:nvPr/>
        </p:nvCxnSpPr>
        <p:spPr>
          <a:xfrm flipH="1" flipV="1">
            <a:off x="9139561" y="847913"/>
            <a:ext cx="768155" cy="241530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482EA11E-E46C-0170-3580-CCDEE8559E6B}"/>
              </a:ext>
            </a:extLst>
          </p:cNvPr>
          <p:cNvCxnSpPr>
            <a:cxnSpLocks/>
            <a:stCxn id="223" idx="1"/>
            <a:endCxn id="111" idx="3"/>
          </p:cNvCxnSpPr>
          <p:nvPr/>
        </p:nvCxnSpPr>
        <p:spPr>
          <a:xfrm flipH="1" flipV="1">
            <a:off x="9139561" y="1324190"/>
            <a:ext cx="768155" cy="99156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0F621FC3-C00F-90E9-E652-100D6F893D15}"/>
              </a:ext>
            </a:extLst>
          </p:cNvPr>
          <p:cNvCxnSpPr>
            <a:cxnSpLocks/>
            <a:stCxn id="224" idx="1"/>
            <a:endCxn id="111" idx="3"/>
          </p:cNvCxnSpPr>
          <p:nvPr/>
        </p:nvCxnSpPr>
        <p:spPr>
          <a:xfrm flipH="1" flipV="1">
            <a:off x="9139561" y="1324190"/>
            <a:ext cx="768155" cy="146783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>
            <a:extLst>
              <a:ext uri="{FF2B5EF4-FFF2-40B4-BE49-F238E27FC236}">
                <a16:creationId xmlns:a16="http://schemas.microsoft.com/office/drawing/2014/main" id="{FE801FAF-6133-A0A6-8B0C-6466DA3AC22B}"/>
              </a:ext>
            </a:extLst>
          </p:cNvPr>
          <p:cNvCxnSpPr>
            <a:cxnSpLocks/>
          </p:cNvCxnSpPr>
          <p:nvPr/>
        </p:nvCxnSpPr>
        <p:spPr>
          <a:xfrm flipH="1" flipV="1">
            <a:off x="9139561" y="1323528"/>
            <a:ext cx="768155" cy="193903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C985BAC8-7D45-8ABA-FB20-E059AF74C382}"/>
              </a:ext>
            </a:extLst>
          </p:cNvPr>
          <p:cNvCxnSpPr>
            <a:cxnSpLocks/>
            <a:stCxn id="132" idx="1"/>
            <a:endCxn id="220" idx="3"/>
          </p:cNvCxnSpPr>
          <p:nvPr/>
        </p:nvCxnSpPr>
        <p:spPr>
          <a:xfrm flipH="1">
            <a:off x="9139561" y="842833"/>
            <a:ext cx="768155" cy="147291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6755A6B8-DE74-B6E1-C4AB-8FB610966A2C}"/>
              </a:ext>
            </a:extLst>
          </p:cNvPr>
          <p:cNvCxnSpPr>
            <a:cxnSpLocks/>
            <a:stCxn id="132" idx="1"/>
            <a:endCxn id="221" idx="3"/>
          </p:cNvCxnSpPr>
          <p:nvPr/>
        </p:nvCxnSpPr>
        <p:spPr>
          <a:xfrm flipH="1">
            <a:off x="9139561" y="842833"/>
            <a:ext cx="768155" cy="194919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7B181D6F-A371-5343-C63F-8F3ED5DB3777}"/>
              </a:ext>
            </a:extLst>
          </p:cNvPr>
          <p:cNvCxnSpPr>
            <a:cxnSpLocks/>
            <a:stCxn id="132" idx="1"/>
            <a:endCxn id="222" idx="3"/>
          </p:cNvCxnSpPr>
          <p:nvPr/>
        </p:nvCxnSpPr>
        <p:spPr>
          <a:xfrm flipH="1">
            <a:off x="9139561" y="842833"/>
            <a:ext cx="768155" cy="241718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17EF3F69-C7C1-34B0-632E-60969D3E266B}"/>
              </a:ext>
            </a:extLst>
          </p:cNvPr>
          <p:cNvCxnSpPr>
            <a:cxnSpLocks/>
            <a:stCxn id="133" idx="1"/>
            <a:endCxn id="220" idx="3"/>
          </p:cNvCxnSpPr>
          <p:nvPr/>
        </p:nvCxnSpPr>
        <p:spPr>
          <a:xfrm flipH="1">
            <a:off x="9139561" y="1319110"/>
            <a:ext cx="768155" cy="99664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08C76D7A-C38D-123A-6AAD-41E1A05E6DE2}"/>
              </a:ext>
            </a:extLst>
          </p:cNvPr>
          <p:cNvCxnSpPr>
            <a:cxnSpLocks/>
            <a:stCxn id="133" idx="1"/>
            <a:endCxn id="221" idx="3"/>
          </p:cNvCxnSpPr>
          <p:nvPr/>
        </p:nvCxnSpPr>
        <p:spPr>
          <a:xfrm flipH="1">
            <a:off x="9139561" y="1319110"/>
            <a:ext cx="768155" cy="147291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2CDA9A06-1B8B-404E-D10D-1286904827A6}"/>
              </a:ext>
            </a:extLst>
          </p:cNvPr>
          <p:cNvCxnSpPr>
            <a:cxnSpLocks/>
            <a:stCxn id="134" idx="1"/>
            <a:endCxn id="222" idx="3"/>
          </p:cNvCxnSpPr>
          <p:nvPr/>
        </p:nvCxnSpPr>
        <p:spPr>
          <a:xfrm flipH="1">
            <a:off x="9139561" y="1790303"/>
            <a:ext cx="768155" cy="146971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A322D512-28A2-14DF-2FEB-1B8A5FCF67E3}"/>
              </a:ext>
            </a:extLst>
          </p:cNvPr>
          <p:cNvCxnSpPr>
            <a:cxnSpLocks/>
            <a:stCxn id="223" idx="1"/>
            <a:endCxn id="112" idx="3"/>
          </p:cNvCxnSpPr>
          <p:nvPr/>
        </p:nvCxnSpPr>
        <p:spPr>
          <a:xfrm flipH="1" flipV="1">
            <a:off x="9139561" y="1792181"/>
            <a:ext cx="768155" cy="52357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5C581D6B-9F62-E355-AED6-B2C5F8E5BB74}"/>
              </a:ext>
            </a:extLst>
          </p:cNvPr>
          <p:cNvCxnSpPr>
            <a:cxnSpLocks/>
            <a:stCxn id="224" idx="1"/>
            <a:endCxn id="112" idx="3"/>
          </p:cNvCxnSpPr>
          <p:nvPr/>
        </p:nvCxnSpPr>
        <p:spPr>
          <a:xfrm flipH="1" flipV="1">
            <a:off x="9139561" y="1792181"/>
            <a:ext cx="768155" cy="99984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직선 연결선 350">
            <a:extLst>
              <a:ext uri="{FF2B5EF4-FFF2-40B4-BE49-F238E27FC236}">
                <a16:creationId xmlns:a16="http://schemas.microsoft.com/office/drawing/2014/main" id="{3780A65B-E79B-5547-0874-A3E9677A9AEF}"/>
              </a:ext>
            </a:extLst>
          </p:cNvPr>
          <p:cNvCxnSpPr>
            <a:cxnSpLocks/>
            <a:stCxn id="225" idx="1"/>
            <a:endCxn id="112" idx="3"/>
          </p:cNvCxnSpPr>
          <p:nvPr/>
        </p:nvCxnSpPr>
        <p:spPr>
          <a:xfrm flipH="1" flipV="1">
            <a:off x="9139561" y="1792181"/>
            <a:ext cx="768155" cy="147104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3C68D320-2E6C-4628-F68A-6B31069624D2}"/>
              </a:ext>
            </a:extLst>
          </p:cNvPr>
          <p:cNvCxnSpPr>
            <a:cxnSpLocks/>
            <a:stCxn id="134" idx="1"/>
            <a:endCxn id="220" idx="3"/>
          </p:cNvCxnSpPr>
          <p:nvPr/>
        </p:nvCxnSpPr>
        <p:spPr>
          <a:xfrm flipH="1">
            <a:off x="9139561" y="1790303"/>
            <a:ext cx="768155" cy="52544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직선 연결선 358">
            <a:extLst>
              <a:ext uri="{FF2B5EF4-FFF2-40B4-BE49-F238E27FC236}">
                <a16:creationId xmlns:a16="http://schemas.microsoft.com/office/drawing/2014/main" id="{27C902EA-64DA-FD5B-D536-C76728972045}"/>
              </a:ext>
            </a:extLst>
          </p:cNvPr>
          <p:cNvCxnSpPr>
            <a:cxnSpLocks/>
            <a:stCxn id="134" idx="1"/>
            <a:endCxn id="221" idx="3"/>
          </p:cNvCxnSpPr>
          <p:nvPr/>
        </p:nvCxnSpPr>
        <p:spPr>
          <a:xfrm flipH="1">
            <a:off x="9139561" y="1790303"/>
            <a:ext cx="768155" cy="100172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>
            <a:extLst>
              <a:ext uri="{FF2B5EF4-FFF2-40B4-BE49-F238E27FC236}">
                <a16:creationId xmlns:a16="http://schemas.microsoft.com/office/drawing/2014/main" id="{83256DC8-E166-CC29-DAE8-1D3CF4EB9D6E}"/>
              </a:ext>
            </a:extLst>
          </p:cNvPr>
          <p:cNvCxnSpPr>
            <a:cxnSpLocks/>
            <a:stCxn id="133" idx="1"/>
            <a:endCxn id="222" idx="3"/>
          </p:cNvCxnSpPr>
          <p:nvPr/>
        </p:nvCxnSpPr>
        <p:spPr>
          <a:xfrm flipH="1">
            <a:off x="9139561" y="1319110"/>
            <a:ext cx="768155" cy="194091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C55AE9A7-7571-A8FD-E8B6-9194C3AB836F}"/>
              </a:ext>
            </a:extLst>
          </p:cNvPr>
          <p:cNvSpPr/>
          <p:nvPr/>
        </p:nvSpPr>
        <p:spPr>
          <a:xfrm>
            <a:off x="9907716" y="4242517"/>
            <a:ext cx="2131884" cy="1716324"/>
          </a:xfrm>
          <a:prstGeom prst="rect">
            <a:avLst/>
          </a:prstGeom>
          <a:noFill/>
          <a:ln w="6350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>
                <a:solidFill>
                  <a:schemeClr val="tx1"/>
                </a:solidFill>
              </a:rPr>
              <a:t>Node[roles]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800" dirty="0">
                <a:solidFill>
                  <a:schemeClr val="tx1"/>
                </a:solidFill>
              </a:rPr>
              <a:t>master</a:t>
            </a:r>
          </a:p>
          <a:p>
            <a:pPr marL="171450" indent="-171450">
              <a:buFontTx/>
              <a:buChar char="-"/>
            </a:pPr>
            <a:r>
              <a:rPr lang="en-US" altLang="ko-KR" sz="800" dirty="0">
                <a:solidFill>
                  <a:schemeClr val="tx1"/>
                </a:solidFill>
              </a:rPr>
              <a:t>data</a:t>
            </a:r>
          </a:p>
          <a:p>
            <a:pPr marL="171450" indent="-171450">
              <a:buFontTx/>
              <a:buChar char="-"/>
            </a:pPr>
            <a:r>
              <a:rPr lang="en-US" altLang="ko-KR" sz="800" dirty="0">
                <a:solidFill>
                  <a:schemeClr val="tx1"/>
                </a:solidFill>
              </a:rPr>
              <a:t>data-content</a:t>
            </a:r>
          </a:p>
          <a:p>
            <a:pPr marL="171450" indent="-171450">
              <a:buFontTx/>
              <a:buChar char="-"/>
            </a:pPr>
            <a:r>
              <a:rPr lang="en-US" altLang="ko-KR" sz="800" dirty="0" err="1">
                <a:solidFill>
                  <a:schemeClr val="tx1"/>
                </a:solidFill>
              </a:rPr>
              <a:t>data_hot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800" dirty="0" err="1">
                <a:solidFill>
                  <a:schemeClr val="tx1"/>
                </a:solidFill>
              </a:rPr>
              <a:t>data_warm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800" dirty="0" err="1">
                <a:solidFill>
                  <a:schemeClr val="tx1"/>
                </a:solidFill>
              </a:rPr>
              <a:t>data_cold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800" dirty="0" err="1">
                <a:solidFill>
                  <a:schemeClr val="tx1"/>
                </a:solidFill>
              </a:rPr>
              <a:t>data_frozen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800" dirty="0">
                <a:solidFill>
                  <a:schemeClr val="tx1"/>
                </a:solidFill>
              </a:rPr>
              <a:t>ingest</a:t>
            </a:r>
          </a:p>
          <a:p>
            <a:pPr marL="171450" indent="-171450">
              <a:buFontTx/>
              <a:buChar char="-"/>
            </a:pPr>
            <a:r>
              <a:rPr lang="en-US" altLang="ko-KR" sz="800" dirty="0">
                <a:solidFill>
                  <a:schemeClr val="tx1"/>
                </a:solidFill>
              </a:rPr>
              <a:t>ml</a:t>
            </a:r>
          </a:p>
          <a:p>
            <a:pPr marL="171450" indent="-171450">
              <a:buFontTx/>
              <a:buChar char="-"/>
            </a:pPr>
            <a:r>
              <a:rPr lang="en-US" altLang="ko-KR" sz="800" dirty="0" err="1">
                <a:solidFill>
                  <a:schemeClr val="tx1"/>
                </a:solidFill>
              </a:rPr>
              <a:t>remote_cluster_client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800" dirty="0">
                <a:solidFill>
                  <a:schemeClr val="tx1"/>
                </a:solidFill>
              </a:rPr>
              <a:t>transform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0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96978d-22f5-4f10-a13a-bda1796c567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5EB4782B2F7C488D6144B72C4E1882" ma:contentTypeVersion="20" ma:contentTypeDescription="Create a new document." ma:contentTypeScope="" ma:versionID="e8b22379bed89cbc7e799c3e8aeafde4">
  <xsd:schema xmlns:xsd="http://www.w3.org/2001/XMLSchema" xmlns:xs="http://www.w3.org/2001/XMLSchema" xmlns:p="http://schemas.microsoft.com/office/2006/metadata/properties" xmlns:ns3="3d6d11c7-bd14-4ecc-a138-b00e2f37d40d" xmlns:ns4="2296978d-22f5-4f10-a13a-bda1796c5677" xmlns:ns5="9d5439f1-a49f-4ed1-ac7e-20caa9a4542b" targetNamespace="http://schemas.microsoft.com/office/2006/metadata/properties" ma:root="true" ma:fieldsID="1f2ca93b51c63cc51136e97b7e0e2f7b" ns3:_="" ns4:_="" ns5:_="">
    <xsd:import namespace="3d6d11c7-bd14-4ecc-a138-b00e2f37d40d"/>
    <xsd:import namespace="2296978d-22f5-4f10-a13a-bda1796c5677"/>
    <xsd:import namespace="9d5439f1-a49f-4ed1-ac7e-20caa9a4542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5:SharedWithUsers" minOccurs="0"/>
                <xsd:element ref="ns5:SharedWithDetails" minOccurs="0"/>
                <xsd:element ref="ns5:SharingHintHash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d11c7-bd14-4ecc-a138-b00e2f37d4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6978d-22f5-4f10-a13a-bda1796c567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439f1-a49f-4ed1-ac7e-20caa9a4542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0A458E-5DAB-4937-B871-4E46023706E7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2296978d-22f5-4f10-a13a-bda1796c5677"/>
    <ds:schemaRef ds:uri="9d5439f1-a49f-4ed1-ac7e-20caa9a4542b"/>
    <ds:schemaRef ds:uri="3d6d11c7-bd14-4ecc-a138-b00e2f37d40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3119C4D-CD45-4DEF-A590-B2530D16A4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7E6838-1BD9-49C9-967F-EAEA6F973E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6d11c7-bd14-4ecc-a138-b00e2f37d40d"/>
    <ds:schemaRef ds:uri="2296978d-22f5-4f10-a13a-bda1796c5677"/>
    <ds:schemaRef ds:uri="9d5439f1-a49f-4ed1-ac7e-20caa9a454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116</Words>
  <Application>Microsoft Office PowerPoint</Application>
  <PresentationFormat>와이드스크린</PresentationFormat>
  <Paragraphs>52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김현윤</dc:creator>
  <cp:lastModifiedBy>김현윤</cp:lastModifiedBy>
  <cp:revision>1</cp:revision>
  <dcterms:created xsi:type="dcterms:W3CDTF">2026-02-02T00:29:29Z</dcterms:created>
  <dcterms:modified xsi:type="dcterms:W3CDTF">2026-02-02T00:51:31Z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0x010100BD5EB4782B2F7C488D6144B72C4E1882</vt:lpwstr>
  </property>
</Properties>
</file>