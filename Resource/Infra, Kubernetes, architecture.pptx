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7" d="100"/>
          <a:sy n="97" d="100"/>
        </p:scale>
        <p:origin x="91" y="23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9181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640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59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6459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796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330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708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585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485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3611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87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90D3FD-2EC0-47C0-831C-8D6E4FC09FD9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4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타원 91"/>
          <p:cNvSpPr/>
          <p:nvPr/>
        </p:nvSpPr>
        <p:spPr>
          <a:xfrm>
            <a:off x="143164" y="554182"/>
            <a:ext cx="932873" cy="81420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관리자</a:t>
            </a:r>
          </a:p>
        </p:txBody>
      </p:sp>
      <p:sp>
        <p:nvSpPr>
          <p:cNvPr id="93" name="타원 92"/>
          <p:cNvSpPr/>
          <p:nvPr/>
        </p:nvSpPr>
        <p:spPr>
          <a:xfrm>
            <a:off x="143164" y="2251963"/>
            <a:ext cx="932873" cy="81420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94" name="직사각형 93"/>
          <p:cNvSpPr/>
          <p:nvPr/>
        </p:nvSpPr>
        <p:spPr>
          <a:xfrm>
            <a:off x="1642242" y="873833"/>
            <a:ext cx="794572" cy="1734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kubectl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6" name="직선 화살표 연결선 95"/>
          <p:cNvCxnSpPr>
            <a:stCxn id="92" idx="6"/>
            <a:endCxn id="94" idx="1"/>
          </p:cNvCxnSpPr>
          <p:nvPr/>
        </p:nvCxnSpPr>
        <p:spPr>
          <a:xfrm flipV="1">
            <a:off x="1076037" y="960582"/>
            <a:ext cx="566205" cy="7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 102"/>
          <p:cNvCxnSpPr>
            <a:stCxn id="94" idx="3"/>
            <a:endCxn id="74" idx="0"/>
          </p:cNvCxnSpPr>
          <p:nvPr/>
        </p:nvCxnSpPr>
        <p:spPr>
          <a:xfrm flipV="1">
            <a:off x="2436814" y="776358"/>
            <a:ext cx="1951469" cy="184224"/>
          </a:xfrm>
          <a:prstGeom prst="bentConnector4">
            <a:avLst>
              <a:gd name="adj1" fmla="val 39821"/>
              <a:gd name="adj2" fmla="val 1413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 105"/>
          <p:cNvCxnSpPr>
            <a:stCxn id="74" idx="3"/>
            <a:endCxn id="59" idx="1"/>
          </p:cNvCxnSpPr>
          <p:nvPr/>
        </p:nvCxnSpPr>
        <p:spPr>
          <a:xfrm>
            <a:off x="4785569" y="863107"/>
            <a:ext cx="1332145" cy="193963"/>
          </a:xfrm>
          <a:prstGeom prst="bentConnector3">
            <a:avLst>
              <a:gd name="adj1" fmla="val 669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꺾인 연결선 108"/>
          <p:cNvCxnSpPr>
            <a:stCxn id="74" idx="3"/>
            <a:endCxn id="63" idx="1"/>
          </p:cNvCxnSpPr>
          <p:nvPr/>
        </p:nvCxnSpPr>
        <p:spPr>
          <a:xfrm>
            <a:off x="4785569" y="863107"/>
            <a:ext cx="1324942" cy="3285344"/>
          </a:xfrm>
          <a:prstGeom prst="bentConnector3">
            <a:avLst>
              <a:gd name="adj1" fmla="val 672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꺾인 연결선 113"/>
          <p:cNvCxnSpPr>
            <a:stCxn id="93" idx="4"/>
            <a:endCxn id="61" idx="1"/>
          </p:cNvCxnSpPr>
          <p:nvPr/>
        </p:nvCxnSpPr>
        <p:spPr>
          <a:xfrm rot="5400000" flipH="1" flipV="1">
            <a:off x="2478618" y="-565726"/>
            <a:ext cx="1762875" cy="5500910"/>
          </a:xfrm>
          <a:prstGeom prst="bentConnector4">
            <a:avLst>
              <a:gd name="adj1" fmla="val -75619"/>
              <a:gd name="adj2" fmla="val 95113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꺾인 연결선 127"/>
          <p:cNvCxnSpPr>
            <a:cxnSpLocks/>
            <a:stCxn id="93" idx="4"/>
            <a:endCxn id="64" idx="1"/>
          </p:cNvCxnSpPr>
          <p:nvPr/>
        </p:nvCxnSpPr>
        <p:spPr>
          <a:xfrm rot="16200000" flipH="1">
            <a:off x="2692201" y="983565"/>
            <a:ext cx="1328506" cy="5493707"/>
          </a:xfrm>
          <a:prstGeom prst="bentConnector2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꺾인 연결선 137"/>
          <p:cNvCxnSpPr>
            <a:cxnSpLocks/>
            <a:stCxn id="76" idx="3"/>
            <a:endCxn id="89" idx="0"/>
          </p:cNvCxnSpPr>
          <p:nvPr/>
        </p:nvCxnSpPr>
        <p:spPr>
          <a:xfrm flipH="1">
            <a:off x="4370689" y="1496978"/>
            <a:ext cx="414880" cy="1079105"/>
          </a:xfrm>
          <a:prstGeom prst="bentConnector4">
            <a:avLst>
              <a:gd name="adj1" fmla="val -55100"/>
              <a:gd name="adj2" fmla="val 8052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꺾인 연결선 142"/>
          <p:cNvCxnSpPr>
            <a:stCxn id="74" idx="1"/>
            <a:endCxn id="75" idx="1"/>
          </p:cNvCxnSpPr>
          <p:nvPr/>
        </p:nvCxnSpPr>
        <p:spPr>
          <a:xfrm rot="10800000" flipV="1">
            <a:off x="3983795" y="863106"/>
            <a:ext cx="7203" cy="246221"/>
          </a:xfrm>
          <a:prstGeom prst="bentConnector3">
            <a:avLst>
              <a:gd name="adj1" fmla="val 8854977"/>
            </a:avLst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꺾인 연결선 153"/>
          <p:cNvCxnSpPr>
            <a:cxnSpLocks/>
            <a:stCxn id="74" idx="1"/>
            <a:endCxn id="76" idx="1"/>
          </p:cNvCxnSpPr>
          <p:nvPr/>
        </p:nvCxnSpPr>
        <p:spPr>
          <a:xfrm rot="10800000" flipV="1">
            <a:off x="3990997" y="863106"/>
            <a:ext cx="12700" cy="633871"/>
          </a:xfrm>
          <a:prstGeom prst="bentConnector3">
            <a:avLst>
              <a:gd name="adj1" fmla="val 5151717"/>
            </a:avLst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 154"/>
          <p:cNvCxnSpPr>
            <a:stCxn id="74" idx="1"/>
            <a:endCxn id="77" idx="1"/>
          </p:cNvCxnSpPr>
          <p:nvPr/>
        </p:nvCxnSpPr>
        <p:spPr>
          <a:xfrm rot="10800000" flipH="1" flipV="1">
            <a:off x="3990996" y="863106"/>
            <a:ext cx="2033" cy="1167861"/>
          </a:xfrm>
          <a:prstGeom prst="bentConnector3">
            <a:avLst>
              <a:gd name="adj1" fmla="val -31794737"/>
            </a:avLst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꺾인 연결선 161"/>
          <p:cNvCxnSpPr>
            <a:stCxn id="74" idx="1"/>
            <a:endCxn id="79" idx="1"/>
          </p:cNvCxnSpPr>
          <p:nvPr/>
        </p:nvCxnSpPr>
        <p:spPr>
          <a:xfrm rot="10800000" flipH="1" flipV="1">
            <a:off x="3990997" y="863107"/>
            <a:ext cx="201992" cy="5352636"/>
          </a:xfrm>
          <a:prstGeom prst="bentConnector3">
            <a:avLst>
              <a:gd name="adj1" fmla="val -113173"/>
            </a:avLst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그룹 13"/>
          <p:cNvGrpSpPr/>
          <p:nvPr/>
        </p:nvGrpSpPr>
        <p:grpSpPr>
          <a:xfrm>
            <a:off x="7068076" y="767820"/>
            <a:ext cx="2920014" cy="1355054"/>
            <a:chOff x="3240641" y="723128"/>
            <a:chExt cx="2920014" cy="1355054"/>
          </a:xfrm>
        </p:grpSpPr>
        <p:grpSp>
          <p:nvGrpSpPr>
            <p:cNvPr id="6" name="그룹 5"/>
            <p:cNvGrpSpPr/>
            <p:nvPr/>
          </p:nvGrpSpPr>
          <p:grpSpPr>
            <a:xfrm>
              <a:off x="3491098" y="1099126"/>
              <a:ext cx="1045029" cy="793504"/>
              <a:chOff x="2604407" y="2096654"/>
              <a:chExt cx="1045029" cy="793504"/>
            </a:xfrm>
          </p:grpSpPr>
          <p:sp>
            <p:nvSpPr>
              <p:cNvPr id="4" name="직사각형 3"/>
              <p:cNvSpPr/>
              <p:nvPr/>
            </p:nvSpPr>
            <p:spPr>
              <a:xfrm>
                <a:off x="2604407" y="2310494"/>
                <a:ext cx="1045029" cy="5796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chemeClr val="tx1"/>
                    </a:solidFill>
                  </a:rPr>
                  <a:t>WEB Server</a:t>
                </a:r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2761427" y="2096654"/>
                <a:ext cx="75762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dirty="0"/>
                  <a:t>container</a:t>
                </a:r>
                <a:endParaRPr lang="ko-KR" altLang="en-US" sz="800" dirty="0"/>
              </a:p>
            </p:txBody>
          </p:sp>
        </p:grpSp>
        <p:grpSp>
          <p:nvGrpSpPr>
            <p:cNvPr id="7" name="그룹 6"/>
            <p:cNvGrpSpPr/>
            <p:nvPr/>
          </p:nvGrpSpPr>
          <p:grpSpPr>
            <a:xfrm>
              <a:off x="4648038" y="1099126"/>
              <a:ext cx="1337126" cy="793504"/>
              <a:chOff x="2604407" y="2096654"/>
              <a:chExt cx="1337126" cy="793504"/>
            </a:xfrm>
          </p:grpSpPr>
          <p:sp>
            <p:nvSpPr>
              <p:cNvPr id="8" name="직사각형 7"/>
              <p:cNvSpPr/>
              <p:nvPr/>
            </p:nvSpPr>
            <p:spPr>
              <a:xfrm>
                <a:off x="2604407" y="2310494"/>
                <a:ext cx="1337126" cy="5796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chemeClr val="tx1"/>
                    </a:solidFill>
                  </a:rPr>
                  <a:t>Log Stash</a:t>
                </a:r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761427" y="2096654"/>
                <a:ext cx="1180106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dirty="0"/>
                  <a:t>sidecar container</a:t>
                </a:r>
                <a:endParaRPr lang="ko-KR" altLang="en-US" sz="800" dirty="0"/>
              </a:p>
            </p:txBody>
          </p:sp>
        </p:grpSp>
        <p:grpSp>
          <p:nvGrpSpPr>
            <p:cNvPr id="13" name="그룹 12"/>
            <p:cNvGrpSpPr/>
            <p:nvPr/>
          </p:nvGrpSpPr>
          <p:grpSpPr>
            <a:xfrm>
              <a:off x="3240641" y="723128"/>
              <a:ext cx="2920014" cy="1355054"/>
              <a:chOff x="3240641" y="723128"/>
              <a:chExt cx="2920014" cy="1355054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3305298" y="932404"/>
                <a:ext cx="2855357" cy="11457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3240641" y="723128"/>
                <a:ext cx="75762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dirty="0"/>
                  <a:t>pod</a:t>
                </a:r>
                <a:endParaRPr lang="ko-KR" altLang="en-US" sz="800" dirty="0"/>
              </a:p>
            </p:txBody>
          </p:sp>
        </p:grpSp>
      </p:grpSp>
      <p:grpSp>
        <p:nvGrpSpPr>
          <p:cNvPr id="25" name="그룹 24"/>
          <p:cNvGrpSpPr/>
          <p:nvPr/>
        </p:nvGrpSpPr>
        <p:grpSpPr>
          <a:xfrm>
            <a:off x="10268848" y="767820"/>
            <a:ext cx="1468582" cy="1355054"/>
            <a:chOff x="1693781" y="723128"/>
            <a:chExt cx="1468582" cy="1355054"/>
          </a:xfrm>
        </p:grpSpPr>
        <p:grpSp>
          <p:nvGrpSpPr>
            <p:cNvPr id="26" name="그룹 25"/>
            <p:cNvGrpSpPr/>
            <p:nvPr/>
          </p:nvGrpSpPr>
          <p:grpSpPr>
            <a:xfrm>
              <a:off x="1944238" y="1099126"/>
              <a:ext cx="1045029" cy="793504"/>
              <a:chOff x="1057547" y="2096654"/>
              <a:chExt cx="1045029" cy="793504"/>
            </a:xfrm>
          </p:grpSpPr>
          <p:sp>
            <p:nvSpPr>
              <p:cNvPr id="30" name="직사각형 29"/>
              <p:cNvSpPr/>
              <p:nvPr/>
            </p:nvSpPr>
            <p:spPr>
              <a:xfrm>
                <a:off x="1057547" y="2310494"/>
                <a:ext cx="1045029" cy="5796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chemeClr val="tx1"/>
                    </a:solidFill>
                  </a:rPr>
                  <a:t>WEB Server</a:t>
                </a:r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214567" y="2096654"/>
                <a:ext cx="75762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dirty="0"/>
                  <a:t>container</a:t>
                </a:r>
                <a:endParaRPr lang="ko-KR" altLang="en-US" sz="800" dirty="0"/>
              </a:p>
            </p:txBody>
          </p:sp>
        </p:grpSp>
        <p:grpSp>
          <p:nvGrpSpPr>
            <p:cNvPr id="27" name="그룹 26"/>
            <p:cNvGrpSpPr/>
            <p:nvPr/>
          </p:nvGrpSpPr>
          <p:grpSpPr>
            <a:xfrm>
              <a:off x="1693781" y="723128"/>
              <a:ext cx="1468582" cy="1355054"/>
              <a:chOff x="1693781" y="723128"/>
              <a:chExt cx="1468582" cy="1355054"/>
            </a:xfrm>
          </p:grpSpPr>
          <p:sp>
            <p:nvSpPr>
              <p:cNvPr id="28" name="직사각형 27"/>
              <p:cNvSpPr/>
              <p:nvPr/>
            </p:nvSpPr>
            <p:spPr>
              <a:xfrm>
                <a:off x="1758439" y="932404"/>
                <a:ext cx="1403924" cy="11457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1693781" y="723128"/>
                <a:ext cx="75762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dirty="0"/>
                  <a:t>pod</a:t>
                </a:r>
                <a:endParaRPr lang="ko-KR" altLang="en-US" sz="800" dirty="0"/>
              </a:p>
            </p:txBody>
          </p:sp>
        </p:grpSp>
      </p:grpSp>
      <p:sp>
        <p:nvSpPr>
          <p:cNvPr id="32" name="TextBox 31"/>
          <p:cNvSpPr txBox="1"/>
          <p:nvPr/>
        </p:nvSpPr>
        <p:spPr>
          <a:xfrm>
            <a:off x="9969900" y="1410504"/>
            <a:ext cx="3581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· · ·</a:t>
            </a:r>
            <a:endParaRPr lang="ko-KR" altLang="en-US" sz="800" dirty="0"/>
          </a:p>
        </p:txBody>
      </p:sp>
      <p:sp>
        <p:nvSpPr>
          <p:cNvPr id="50" name="직사각형 49"/>
          <p:cNvSpPr/>
          <p:nvPr/>
        </p:nvSpPr>
        <p:spPr>
          <a:xfrm>
            <a:off x="6015637" y="648852"/>
            <a:ext cx="5871564" cy="2857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950979" y="331799"/>
            <a:ext cx="5923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Worker Node</a:t>
            </a:r>
          </a:p>
          <a:p>
            <a:r>
              <a:rPr lang="en-US" altLang="ko-KR" sz="800" dirty="0"/>
              <a:t>  - Worker Node 1~3</a:t>
            </a:r>
            <a:r>
              <a:rPr lang="ko-KR" altLang="en-US" sz="800" dirty="0"/>
              <a:t>은 </a:t>
            </a:r>
            <a:r>
              <a:rPr lang="en-US" altLang="ko-KR" sz="800" dirty="0"/>
              <a:t>Web Server, Worker Node 4</a:t>
            </a:r>
            <a:r>
              <a:rPr lang="ko-KR" altLang="en-US" sz="800" dirty="0"/>
              <a:t>는 </a:t>
            </a:r>
            <a:r>
              <a:rPr lang="en-US" altLang="ko-KR" sz="800" dirty="0"/>
              <a:t>Log, Worker Node 5</a:t>
            </a:r>
            <a:r>
              <a:rPr lang="ko-KR" altLang="en-US" sz="800" dirty="0"/>
              <a:t>는 </a:t>
            </a:r>
            <a:r>
              <a:rPr lang="en-US" altLang="ko-KR" sz="800" dirty="0"/>
              <a:t>Monitoring </a:t>
            </a:r>
            <a:r>
              <a:rPr lang="ko-KR" altLang="en-US" sz="800" dirty="0"/>
              <a:t>등과 같이 구성</a:t>
            </a:r>
          </a:p>
        </p:txBody>
      </p:sp>
      <p:sp>
        <p:nvSpPr>
          <p:cNvPr id="59" name="직사각형 58"/>
          <p:cNvSpPr/>
          <p:nvPr/>
        </p:nvSpPr>
        <p:spPr>
          <a:xfrm>
            <a:off x="6117714" y="970321"/>
            <a:ext cx="794572" cy="1734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kubelet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1" name="직사각형 60"/>
          <p:cNvSpPr/>
          <p:nvPr/>
        </p:nvSpPr>
        <p:spPr>
          <a:xfrm>
            <a:off x="6110511" y="1216542"/>
            <a:ext cx="794572" cy="1734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kubeproxy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6117714" y="1457853"/>
            <a:ext cx="794572" cy="1734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cAdvisor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33" name="그룹 32"/>
          <p:cNvGrpSpPr/>
          <p:nvPr/>
        </p:nvGrpSpPr>
        <p:grpSpPr>
          <a:xfrm>
            <a:off x="7067598" y="3861661"/>
            <a:ext cx="1468582" cy="1355054"/>
            <a:chOff x="3240641" y="723128"/>
            <a:chExt cx="1468582" cy="1355054"/>
          </a:xfrm>
        </p:grpSpPr>
        <p:grpSp>
          <p:nvGrpSpPr>
            <p:cNvPr id="34" name="그룹 33"/>
            <p:cNvGrpSpPr/>
            <p:nvPr/>
          </p:nvGrpSpPr>
          <p:grpSpPr>
            <a:xfrm>
              <a:off x="3491098" y="1099126"/>
              <a:ext cx="1045029" cy="793504"/>
              <a:chOff x="2604407" y="2096654"/>
              <a:chExt cx="1045029" cy="793504"/>
            </a:xfrm>
          </p:grpSpPr>
          <p:sp>
            <p:nvSpPr>
              <p:cNvPr id="38" name="직사각형 37"/>
              <p:cNvSpPr/>
              <p:nvPr/>
            </p:nvSpPr>
            <p:spPr>
              <a:xfrm>
                <a:off x="2604407" y="2310494"/>
                <a:ext cx="1045029" cy="5796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chemeClr val="tx1"/>
                    </a:solidFill>
                  </a:rPr>
                  <a:t>WEB Server</a:t>
                </a:r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2761427" y="2096654"/>
                <a:ext cx="75762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dirty="0"/>
                  <a:t>container</a:t>
                </a:r>
                <a:endParaRPr lang="ko-KR" altLang="en-US" sz="800" dirty="0"/>
              </a:p>
            </p:txBody>
          </p:sp>
        </p:grpSp>
        <p:grpSp>
          <p:nvGrpSpPr>
            <p:cNvPr id="35" name="그룹 34"/>
            <p:cNvGrpSpPr/>
            <p:nvPr/>
          </p:nvGrpSpPr>
          <p:grpSpPr>
            <a:xfrm>
              <a:off x="3240641" y="723128"/>
              <a:ext cx="1468582" cy="1355054"/>
              <a:chOff x="3240641" y="723128"/>
              <a:chExt cx="1468582" cy="1355054"/>
            </a:xfrm>
          </p:grpSpPr>
          <p:sp>
            <p:nvSpPr>
              <p:cNvPr id="36" name="직사각형 35"/>
              <p:cNvSpPr/>
              <p:nvPr/>
            </p:nvSpPr>
            <p:spPr>
              <a:xfrm>
                <a:off x="3305299" y="932404"/>
                <a:ext cx="1403924" cy="11457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3240641" y="723128"/>
                <a:ext cx="75762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dirty="0"/>
                  <a:t>pod</a:t>
                </a:r>
                <a:endParaRPr lang="ko-KR" altLang="en-US" sz="800" dirty="0"/>
              </a:p>
            </p:txBody>
          </p:sp>
        </p:grpSp>
      </p:grpSp>
      <p:grpSp>
        <p:nvGrpSpPr>
          <p:cNvPr id="40" name="그룹 39"/>
          <p:cNvGrpSpPr/>
          <p:nvPr/>
        </p:nvGrpSpPr>
        <p:grpSpPr>
          <a:xfrm>
            <a:off x="10273974" y="3882906"/>
            <a:ext cx="1468582" cy="1355054"/>
            <a:chOff x="4665581" y="753608"/>
            <a:chExt cx="1468582" cy="1355054"/>
          </a:xfrm>
        </p:grpSpPr>
        <p:grpSp>
          <p:nvGrpSpPr>
            <p:cNvPr id="41" name="그룹 40"/>
            <p:cNvGrpSpPr/>
            <p:nvPr/>
          </p:nvGrpSpPr>
          <p:grpSpPr>
            <a:xfrm>
              <a:off x="4916038" y="1129606"/>
              <a:ext cx="1045029" cy="793504"/>
              <a:chOff x="4029347" y="2127134"/>
              <a:chExt cx="1045029" cy="793504"/>
            </a:xfrm>
          </p:grpSpPr>
          <p:sp>
            <p:nvSpPr>
              <p:cNvPr id="45" name="직사각형 44"/>
              <p:cNvSpPr/>
              <p:nvPr/>
            </p:nvSpPr>
            <p:spPr>
              <a:xfrm>
                <a:off x="4029347" y="2340974"/>
                <a:ext cx="1045029" cy="5796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chemeClr val="tx1"/>
                    </a:solidFill>
                  </a:rPr>
                  <a:t>WEB Server</a:t>
                </a:r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TextBox 45"/>
              <p:cNvSpPr txBox="1"/>
              <p:nvPr/>
            </p:nvSpPr>
            <p:spPr>
              <a:xfrm>
                <a:off x="4186367" y="2127134"/>
                <a:ext cx="75762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dirty="0"/>
                  <a:t>container</a:t>
                </a:r>
                <a:endParaRPr lang="ko-KR" altLang="en-US" sz="800" dirty="0"/>
              </a:p>
            </p:txBody>
          </p:sp>
        </p:grpSp>
        <p:grpSp>
          <p:nvGrpSpPr>
            <p:cNvPr id="42" name="그룹 41"/>
            <p:cNvGrpSpPr/>
            <p:nvPr/>
          </p:nvGrpSpPr>
          <p:grpSpPr>
            <a:xfrm>
              <a:off x="4665581" y="753608"/>
              <a:ext cx="1468582" cy="1355054"/>
              <a:chOff x="4665581" y="753608"/>
              <a:chExt cx="1468582" cy="1355054"/>
            </a:xfrm>
          </p:grpSpPr>
          <p:sp>
            <p:nvSpPr>
              <p:cNvPr id="43" name="직사각형 42"/>
              <p:cNvSpPr/>
              <p:nvPr/>
            </p:nvSpPr>
            <p:spPr>
              <a:xfrm>
                <a:off x="4730239" y="962884"/>
                <a:ext cx="1403924" cy="11457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TextBox 43"/>
              <p:cNvSpPr txBox="1"/>
              <p:nvPr/>
            </p:nvSpPr>
            <p:spPr>
              <a:xfrm>
                <a:off x="4665581" y="753608"/>
                <a:ext cx="75762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dirty="0"/>
                  <a:t>pod</a:t>
                </a:r>
                <a:endParaRPr lang="ko-KR" altLang="en-US" sz="800" dirty="0"/>
              </a:p>
            </p:txBody>
          </p:sp>
        </p:grpSp>
      </p:grpSp>
      <p:sp>
        <p:nvSpPr>
          <p:cNvPr id="47" name="TextBox 46"/>
          <p:cNvSpPr txBox="1"/>
          <p:nvPr/>
        </p:nvSpPr>
        <p:spPr>
          <a:xfrm>
            <a:off x="9294068" y="4597557"/>
            <a:ext cx="3581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· · ·</a:t>
            </a:r>
            <a:endParaRPr lang="ko-KR" altLang="en-US" sz="800" dirty="0"/>
          </a:p>
        </p:txBody>
      </p:sp>
      <p:sp>
        <p:nvSpPr>
          <p:cNvPr id="58" name="TextBox 57"/>
          <p:cNvSpPr txBox="1"/>
          <p:nvPr/>
        </p:nvSpPr>
        <p:spPr>
          <a:xfrm>
            <a:off x="5950980" y="3513456"/>
            <a:ext cx="9659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Worker Node</a:t>
            </a:r>
            <a:endParaRPr lang="ko-KR" altLang="en-US" sz="800" dirty="0"/>
          </a:p>
        </p:txBody>
      </p:sp>
      <p:sp>
        <p:nvSpPr>
          <p:cNvPr id="63" name="직사각형 62"/>
          <p:cNvSpPr/>
          <p:nvPr/>
        </p:nvSpPr>
        <p:spPr>
          <a:xfrm>
            <a:off x="6110511" y="4061702"/>
            <a:ext cx="794572" cy="1734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kubelet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6103308" y="4307923"/>
            <a:ext cx="794572" cy="1734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kubeproxy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6110511" y="4549234"/>
            <a:ext cx="794572" cy="1734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cAdvisor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0" name="직사각형 69"/>
          <p:cNvSpPr/>
          <p:nvPr/>
        </p:nvSpPr>
        <p:spPr>
          <a:xfrm>
            <a:off x="3218061" y="645606"/>
            <a:ext cx="2225085" cy="59295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135482" y="331799"/>
            <a:ext cx="23890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Master Node</a:t>
            </a:r>
          </a:p>
          <a:p>
            <a:r>
              <a:rPr lang="en-US" altLang="ko-KR" sz="800" dirty="0"/>
              <a:t>  - </a:t>
            </a:r>
            <a:r>
              <a:rPr lang="ko-KR" altLang="en-US" sz="800" dirty="0"/>
              <a:t>보통 </a:t>
            </a:r>
            <a:r>
              <a:rPr lang="en-US" altLang="ko-KR" sz="800" dirty="0"/>
              <a:t>3, 5, 7</a:t>
            </a:r>
            <a:r>
              <a:rPr lang="ko-KR" altLang="en-US" sz="800" dirty="0"/>
              <a:t>개로 구성하며</a:t>
            </a:r>
            <a:r>
              <a:rPr lang="en-US" altLang="ko-KR" sz="800" dirty="0"/>
              <a:t>, Clustering</a:t>
            </a:r>
            <a:r>
              <a:rPr lang="ko-KR" altLang="en-US" sz="800" dirty="0"/>
              <a:t>을 한다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sp>
        <p:nvSpPr>
          <p:cNvPr id="74" name="직사각형 73"/>
          <p:cNvSpPr/>
          <p:nvPr/>
        </p:nvSpPr>
        <p:spPr>
          <a:xfrm>
            <a:off x="3990997" y="776358"/>
            <a:ext cx="794572" cy="1734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API Server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3983794" y="1022579"/>
            <a:ext cx="794572" cy="1734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Scheduler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3990997" y="1263890"/>
            <a:ext cx="794572" cy="4661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Kube</a:t>
            </a:r>
            <a:r>
              <a:rPr lang="en-US" altLang="ko-KR" sz="800" dirty="0">
                <a:solidFill>
                  <a:schemeClr val="tx1"/>
                </a:solidFill>
              </a:rPr>
              <a:t> Controller Manager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3993030" y="1797880"/>
            <a:ext cx="794572" cy="4661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Cloud Controller Manager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81" name="그룹 80"/>
          <p:cNvGrpSpPr/>
          <p:nvPr/>
        </p:nvGrpSpPr>
        <p:grpSpPr>
          <a:xfrm>
            <a:off x="4192989" y="5880672"/>
            <a:ext cx="794572" cy="655591"/>
            <a:chOff x="353291" y="2611636"/>
            <a:chExt cx="794572" cy="655591"/>
          </a:xfrm>
        </p:grpSpPr>
        <p:sp>
          <p:nvSpPr>
            <p:cNvPr id="79" name="직사각형 78"/>
            <p:cNvSpPr/>
            <p:nvPr/>
          </p:nvSpPr>
          <p:spPr>
            <a:xfrm>
              <a:off x="353291" y="2713619"/>
              <a:ext cx="794572" cy="46617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ETC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8" name="타원 77"/>
            <p:cNvSpPr/>
            <p:nvPr/>
          </p:nvSpPr>
          <p:spPr>
            <a:xfrm>
              <a:off x="353291" y="2611636"/>
              <a:ext cx="794572" cy="2146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sp>
          <p:nvSpPr>
            <p:cNvPr id="80" name="타원 79"/>
            <p:cNvSpPr/>
            <p:nvPr/>
          </p:nvSpPr>
          <p:spPr>
            <a:xfrm>
              <a:off x="353291" y="3052535"/>
              <a:ext cx="794572" cy="2146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</p:grpSp>
      <p:sp>
        <p:nvSpPr>
          <p:cNvPr id="89" name="직사각형 88"/>
          <p:cNvSpPr/>
          <p:nvPr/>
        </p:nvSpPr>
        <p:spPr>
          <a:xfrm>
            <a:off x="3460192" y="2576083"/>
            <a:ext cx="1820994" cy="14178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3510945" y="2670659"/>
            <a:ext cx="799127" cy="3810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Replica controller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4222328" y="2747447"/>
            <a:ext cx="832723" cy="3810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Deployment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5" name="직사각형 84"/>
          <p:cNvSpPr/>
          <p:nvPr/>
        </p:nvSpPr>
        <p:spPr>
          <a:xfrm>
            <a:off x="4347885" y="3491572"/>
            <a:ext cx="799127" cy="3810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etc…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181" name="그룹 180"/>
          <p:cNvGrpSpPr/>
          <p:nvPr/>
        </p:nvGrpSpPr>
        <p:grpSpPr>
          <a:xfrm>
            <a:off x="2898310" y="68525"/>
            <a:ext cx="9141290" cy="6639703"/>
            <a:chOff x="2949110" y="68525"/>
            <a:chExt cx="9141290" cy="4312975"/>
          </a:xfrm>
        </p:grpSpPr>
        <p:sp>
          <p:nvSpPr>
            <p:cNvPr id="179" name="직사각형 178"/>
            <p:cNvSpPr/>
            <p:nvPr/>
          </p:nvSpPr>
          <p:spPr>
            <a:xfrm>
              <a:off x="3001307" y="290500"/>
              <a:ext cx="9089093" cy="4091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80" name="TextBox 179"/>
            <p:cNvSpPr txBox="1"/>
            <p:nvPr/>
          </p:nvSpPr>
          <p:spPr>
            <a:xfrm>
              <a:off x="2949110" y="68525"/>
              <a:ext cx="12572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 err="1"/>
                <a:t>Clouster</a:t>
              </a:r>
              <a:r>
                <a:rPr lang="en-US" altLang="ko-KR" sz="800" dirty="0"/>
                <a:t> Network</a:t>
              </a:r>
              <a:endParaRPr lang="ko-KR" altLang="en-US" sz="800" dirty="0"/>
            </a:p>
          </p:txBody>
        </p:sp>
      </p:grpSp>
      <p:cxnSp>
        <p:nvCxnSpPr>
          <p:cNvPr id="195" name="꺾인 연결선 194"/>
          <p:cNvCxnSpPr>
            <a:cxnSpLocks/>
            <a:stCxn id="89" idx="3"/>
            <a:endCxn id="11" idx="1"/>
          </p:cNvCxnSpPr>
          <p:nvPr/>
        </p:nvCxnSpPr>
        <p:spPr>
          <a:xfrm flipV="1">
            <a:off x="5281186" y="1549985"/>
            <a:ext cx="1851547" cy="17350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꺾인 연결선 198"/>
          <p:cNvCxnSpPr>
            <a:cxnSpLocks/>
            <a:stCxn id="89" idx="3"/>
            <a:endCxn id="28" idx="1"/>
          </p:cNvCxnSpPr>
          <p:nvPr/>
        </p:nvCxnSpPr>
        <p:spPr>
          <a:xfrm flipV="1">
            <a:off x="5281186" y="1549985"/>
            <a:ext cx="5052320" cy="17350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꺾인 연결선 202"/>
          <p:cNvCxnSpPr>
            <a:cxnSpLocks/>
            <a:stCxn id="89" idx="3"/>
            <a:endCxn id="43" idx="1"/>
          </p:cNvCxnSpPr>
          <p:nvPr/>
        </p:nvCxnSpPr>
        <p:spPr>
          <a:xfrm>
            <a:off x="5281186" y="3285008"/>
            <a:ext cx="5057446" cy="13800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꺾인 연결선 209"/>
          <p:cNvCxnSpPr>
            <a:cxnSpLocks/>
            <a:stCxn id="89" idx="3"/>
            <a:endCxn id="36" idx="1"/>
          </p:cNvCxnSpPr>
          <p:nvPr/>
        </p:nvCxnSpPr>
        <p:spPr>
          <a:xfrm>
            <a:off x="5281186" y="3285008"/>
            <a:ext cx="1851070" cy="135881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꺾인 연결선 2"/>
          <p:cNvCxnSpPr>
            <a:cxnSpLocks/>
            <a:stCxn id="50" idx="3"/>
          </p:cNvCxnSpPr>
          <p:nvPr/>
        </p:nvCxnSpPr>
        <p:spPr>
          <a:xfrm>
            <a:off x="11887201" y="2077851"/>
            <a:ext cx="12700" cy="2776480"/>
          </a:xfrm>
          <a:prstGeom prst="bentConnector3">
            <a:avLst>
              <a:gd name="adj1" fmla="val 18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410633" y="3803184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/>
              <a:t>네트워크</a:t>
            </a:r>
            <a:r>
              <a:rPr lang="en-US" altLang="ko-KR" sz="800" dirty="0"/>
              <a:t>: CNI</a:t>
            </a:r>
            <a:endParaRPr lang="ko-KR" altLang="en-US" sz="8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19144D6-68CD-3E31-6D05-6559D87B5B65}"/>
              </a:ext>
            </a:extLst>
          </p:cNvPr>
          <p:cNvSpPr/>
          <p:nvPr/>
        </p:nvSpPr>
        <p:spPr>
          <a:xfrm>
            <a:off x="3453286" y="4176899"/>
            <a:ext cx="1820994" cy="1429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" name="꺾인 연결선 137">
            <a:extLst>
              <a:ext uri="{FF2B5EF4-FFF2-40B4-BE49-F238E27FC236}">
                <a16:creationId xmlns:a16="http://schemas.microsoft.com/office/drawing/2014/main" id="{BEF61012-ED4A-AD8C-8DE6-EB63D4B92573}"/>
              </a:ext>
            </a:extLst>
          </p:cNvPr>
          <p:cNvCxnSpPr>
            <a:cxnSpLocks/>
            <a:stCxn id="84" idx="3"/>
            <a:endCxn id="2" idx="0"/>
          </p:cNvCxnSpPr>
          <p:nvPr/>
        </p:nvCxnSpPr>
        <p:spPr>
          <a:xfrm flipH="1">
            <a:off x="4363783" y="2937962"/>
            <a:ext cx="691268" cy="1238937"/>
          </a:xfrm>
          <a:prstGeom prst="bentConnector4">
            <a:avLst>
              <a:gd name="adj1" fmla="val -26228"/>
              <a:gd name="adj2" fmla="val 786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F45C693-61A0-CFA4-9D9D-797AFBB494AC}"/>
              </a:ext>
            </a:extLst>
          </p:cNvPr>
          <p:cNvSpPr/>
          <p:nvPr/>
        </p:nvSpPr>
        <p:spPr>
          <a:xfrm>
            <a:off x="3606141" y="4280913"/>
            <a:ext cx="957976" cy="3810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&lt;pod&gt;</a:t>
            </a:r>
          </a:p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csi</a:t>
            </a:r>
            <a:r>
              <a:rPr lang="en-US" altLang="ko-KR" sz="800" dirty="0">
                <a:solidFill>
                  <a:schemeClr val="tx1"/>
                </a:solidFill>
              </a:rPr>
              <a:t>-provisioner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1EBC064-14BB-626C-2066-DC82DB760A9E}"/>
              </a:ext>
            </a:extLst>
          </p:cNvPr>
          <p:cNvSpPr/>
          <p:nvPr/>
        </p:nvSpPr>
        <p:spPr>
          <a:xfrm>
            <a:off x="4014527" y="4626433"/>
            <a:ext cx="957976" cy="3810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&lt;pod&gt;</a:t>
            </a:r>
          </a:p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csi-attacher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B52DFEE-80FA-59F0-F296-AFFD0E95C694}"/>
              </a:ext>
            </a:extLst>
          </p:cNvPr>
          <p:cNvSpPr/>
          <p:nvPr/>
        </p:nvSpPr>
        <p:spPr>
          <a:xfrm>
            <a:off x="3613004" y="5042230"/>
            <a:ext cx="957976" cy="3810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&lt;pod&gt;</a:t>
            </a:r>
          </a:p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csi</a:t>
            </a:r>
            <a:r>
              <a:rPr lang="en-US" altLang="ko-KR" sz="800" dirty="0">
                <a:solidFill>
                  <a:schemeClr val="tx1"/>
                </a:solidFill>
              </a:rPr>
              <a:t>-controller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8F251B0-D677-CF22-75C2-5067725D8318}"/>
              </a:ext>
            </a:extLst>
          </p:cNvPr>
          <p:cNvSpPr/>
          <p:nvPr/>
        </p:nvSpPr>
        <p:spPr>
          <a:xfrm>
            <a:off x="4227694" y="5178018"/>
            <a:ext cx="957976" cy="3810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etc</a:t>
            </a:r>
            <a:r>
              <a:rPr lang="en-US" altLang="ko-KR" sz="800" dirty="0">
                <a:solidFill>
                  <a:schemeClr val="tx1"/>
                </a:solidFill>
              </a:rPr>
              <a:t>…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9E239BC-8D84-8433-8E1E-19F95AE712C8}"/>
              </a:ext>
            </a:extLst>
          </p:cNvPr>
          <p:cNvSpPr/>
          <p:nvPr/>
        </p:nvSpPr>
        <p:spPr>
          <a:xfrm>
            <a:off x="6012278" y="3717184"/>
            <a:ext cx="5871564" cy="2857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69633185-D63D-F49E-CE13-F908CB425489}"/>
              </a:ext>
            </a:extLst>
          </p:cNvPr>
          <p:cNvGrpSpPr/>
          <p:nvPr/>
        </p:nvGrpSpPr>
        <p:grpSpPr>
          <a:xfrm>
            <a:off x="6117714" y="4795415"/>
            <a:ext cx="794572" cy="882160"/>
            <a:chOff x="6117714" y="4803298"/>
            <a:chExt cx="794572" cy="882160"/>
          </a:xfrm>
        </p:grpSpPr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600FD678-60C6-FF2A-76CD-BFCC811DFBC4}"/>
                </a:ext>
              </a:extLst>
            </p:cNvPr>
            <p:cNvSpPr/>
            <p:nvPr/>
          </p:nvSpPr>
          <p:spPr>
            <a:xfrm>
              <a:off x="6117714" y="4803298"/>
              <a:ext cx="794572" cy="8821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dirty="0" err="1">
                  <a:solidFill>
                    <a:schemeClr val="tx1"/>
                  </a:solidFill>
                </a:rPr>
                <a:t>DaemonSet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7E7AA1D9-E6D3-BD56-FE7C-7D62CC82E132}"/>
                </a:ext>
              </a:extLst>
            </p:cNvPr>
            <p:cNvSpPr/>
            <p:nvPr/>
          </p:nvSpPr>
          <p:spPr>
            <a:xfrm>
              <a:off x="6255225" y="5044190"/>
              <a:ext cx="539713" cy="17252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 err="1">
                  <a:solidFill>
                    <a:schemeClr val="tx1"/>
                  </a:solidFill>
                </a:rPr>
                <a:t>csi</a:t>
              </a:r>
              <a:r>
                <a:rPr lang="en-US" altLang="ko-KR" sz="700" dirty="0">
                  <a:solidFill>
                    <a:schemeClr val="tx1"/>
                  </a:solidFill>
                </a:rPr>
                <a:t>-node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E36CAD19-9B4A-7BDB-533F-07A4B17BF2F8}"/>
                </a:ext>
              </a:extLst>
            </p:cNvPr>
            <p:cNvSpPr/>
            <p:nvPr/>
          </p:nvSpPr>
          <p:spPr>
            <a:xfrm>
              <a:off x="6256156" y="5247918"/>
              <a:ext cx="539713" cy="3610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Node-</a:t>
              </a:r>
            </a:p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Driver-registrar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13111832-C621-9440-09AE-625665B9F536}"/>
              </a:ext>
            </a:extLst>
          </p:cNvPr>
          <p:cNvGrpSpPr/>
          <p:nvPr/>
        </p:nvGrpSpPr>
        <p:grpSpPr>
          <a:xfrm>
            <a:off x="6110511" y="1700604"/>
            <a:ext cx="794572" cy="882160"/>
            <a:chOff x="6117714" y="4803298"/>
            <a:chExt cx="794572" cy="882160"/>
          </a:xfrm>
        </p:grpSpPr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D9BCFD6C-C542-32B3-549F-D8CC90615757}"/>
                </a:ext>
              </a:extLst>
            </p:cNvPr>
            <p:cNvSpPr/>
            <p:nvPr/>
          </p:nvSpPr>
          <p:spPr>
            <a:xfrm>
              <a:off x="6117714" y="4803298"/>
              <a:ext cx="794572" cy="8821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dirty="0" err="1">
                  <a:solidFill>
                    <a:schemeClr val="tx1"/>
                  </a:solidFill>
                </a:rPr>
                <a:t>DaemonSet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9D3DF61D-391E-DF1B-C257-A69143AAA2E3}"/>
                </a:ext>
              </a:extLst>
            </p:cNvPr>
            <p:cNvSpPr/>
            <p:nvPr/>
          </p:nvSpPr>
          <p:spPr>
            <a:xfrm>
              <a:off x="6255225" y="5044190"/>
              <a:ext cx="539713" cy="17252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 err="1">
                  <a:solidFill>
                    <a:schemeClr val="tx1"/>
                  </a:solidFill>
                </a:rPr>
                <a:t>csi</a:t>
              </a:r>
              <a:r>
                <a:rPr lang="en-US" altLang="ko-KR" sz="700" dirty="0">
                  <a:solidFill>
                    <a:schemeClr val="tx1"/>
                  </a:solidFill>
                </a:rPr>
                <a:t>-node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9C57CE43-3D60-3C7E-19BC-708656A3D165}"/>
                </a:ext>
              </a:extLst>
            </p:cNvPr>
            <p:cNvSpPr/>
            <p:nvPr/>
          </p:nvSpPr>
          <p:spPr>
            <a:xfrm>
              <a:off x="6256156" y="5247918"/>
              <a:ext cx="539713" cy="3610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Node-</a:t>
              </a:r>
            </a:p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Driver-registrar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86F4DB3F-596A-9A0B-3195-87F35F73C4F5}"/>
              </a:ext>
            </a:extLst>
          </p:cNvPr>
          <p:cNvSpPr/>
          <p:nvPr/>
        </p:nvSpPr>
        <p:spPr>
          <a:xfrm>
            <a:off x="3511597" y="3367878"/>
            <a:ext cx="799127" cy="3810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AttachDetach</a:t>
            </a:r>
            <a:r>
              <a:rPr lang="en-US" altLang="ko-KR" sz="800" dirty="0">
                <a:solidFill>
                  <a:schemeClr val="tx1"/>
                </a:solidFill>
              </a:rPr>
              <a:t> Controller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3683434" y="3033619"/>
            <a:ext cx="799127" cy="3810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solidFill>
                  <a:schemeClr val="tx1"/>
                </a:solidFill>
              </a:rPr>
              <a:t>Replicaset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1674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66cf4840-d096-4735-b8ca-3343c17f7dd7}" enabled="1" method="Standard" siteId="{4d67598d-16bc-42f1-a18d-e8fb794aed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124</Words>
  <Application>Microsoft Office PowerPoint</Application>
  <PresentationFormat>와이드스크린</PresentationFormat>
  <Paragraphs>57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kim</dc:creator>
  <cp:lastModifiedBy>김현윤</cp:lastModifiedBy>
  <cp:revision>12</cp:revision>
  <dcterms:created xsi:type="dcterms:W3CDTF">2020-07-16T15:19:55Z</dcterms:created>
  <dcterms:modified xsi:type="dcterms:W3CDTF">2025-10-30T00:45:59Z</dcterms:modified>
</cp:coreProperties>
</file>