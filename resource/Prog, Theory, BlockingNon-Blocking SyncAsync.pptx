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CEEE8-A287-B348-CDD1-A4F3C6666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811FE8-A1BD-EA3E-5AC7-BFE92655C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0D4179-D8DC-3BB8-B8B3-92B0B55F3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E1FF-177D-4ADF-B21B-9358DA2C2D2E}" type="datetimeFigureOut">
              <a:rPr lang="ko-KR" altLang="en-US" smtClean="0"/>
              <a:t>2023-05-02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A43EB0-4632-D6C5-91B1-EAC4C1202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CEB8ED-2F8E-A05C-65CB-9EB5F57A2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C8262-1CA5-42B6-B64C-1D53305F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926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CAB9D-8F12-3692-6D5A-43055EB89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0FFD9D-E69B-EDCF-7B26-4B72FDF90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344F0E-D0C0-8E8B-BF51-527234215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E1FF-177D-4ADF-B21B-9358DA2C2D2E}" type="datetimeFigureOut">
              <a:rPr lang="ko-KR" altLang="en-US" smtClean="0"/>
              <a:t>2023-05-02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01C7EC-A0E6-2E75-6DCD-528B40F57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1432CD-DEB0-9CD5-94FC-229D0FA0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C8262-1CA5-42B6-B64C-1D53305F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20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5638D-266F-F2B7-3ADC-A18A2855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E2A611-B3C9-2A7B-3333-7BC64D9CB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B5BF2B-1A33-5838-275C-E7567D29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E1FF-177D-4ADF-B21B-9358DA2C2D2E}" type="datetimeFigureOut">
              <a:rPr lang="ko-KR" altLang="en-US" smtClean="0"/>
              <a:t>2023-05-02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5223D3-DDA9-AA67-51F7-376F60A7A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7ABA80-75B6-7188-7250-0843355D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C8262-1CA5-42B6-B64C-1D53305F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300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42633-872F-2193-CB1E-426AB832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530A7F-63B9-F393-13D2-B001CE8AA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2F9DFE-7103-9FE6-2B08-930611C23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8D2770-D08A-175A-C344-EE294807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E1FF-177D-4ADF-B21B-9358DA2C2D2E}" type="datetimeFigureOut">
              <a:rPr lang="ko-KR" altLang="en-US" smtClean="0"/>
              <a:t>2023-05-02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0A93F3-AE3F-352A-85BC-510134794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7A4BCE-A434-966B-5BE6-B3EE8D3B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C8262-1CA5-42B6-B64C-1D53305F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6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9C16A-D4AF-F2D0-5112-1CA83F891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75F669-3F7E-6217-AFDB-E552073C3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EFD578-99B1-F159-C0FF-370B6E8C9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C9E586-84A1-5E90-F973-FA62B5C6A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A35AB6-C31D-6156-D25B-6DD0F3D0F6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3A72C5-345E-ADF7-02B5-E538C8B9D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E1FF-177D-4ADF-B21B-9358DA2C2D2E}" type="datetimeFigureOut">
              <a:rPr lang="ko-KR" altLang="en-US" smtClean="0"/>
              <a:t>2023-05-02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E1FC70-75B0-7EDE-71B3-418067C6F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FAE8BBD-B72C-0E91-E6D8-D5850D065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C8262-1CA5-42B6-B64C-1D53305F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824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8D609B-25D2-A6D0-57FE-90E3FBABF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9E321A-16F9-FDA7-ECEC-81F79ADF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E1FF-177D-4ADF-B21B-9358DA2C2D2E}" type="datetimeFigureOut">
              <a:rPr lang="ko-KR" altLang="en-US" smtClean="0"/>
              <a:t>2023-05-02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B16068-F067-AF18-B754-495076272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680965-5391-C5C4-602A-0D0C8B24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C8262-1CA5-42B6-B64C-1D53305F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612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7ED111-D039-7B0A-DE57-8983C704A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E1FF-177D-4ADF-B21B-9358DA2C2D2E}" type="datetimeFigureOut">
              <a:rPr lang="ko-KR" altLang="en-US" smtClean="0"/>
              <a:t>2023-05-02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C0C3D7-BD1D-DDE9-D25C-F75A61B31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81588A-602D-F619-92FE-48D255CCE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C8262-1CA5-42B6-B64C-1D53305F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002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C8AC0-14BC-780D-3197-0A72D43AB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C252EE-2BA5-09AB-A6B1-E914FB576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E5F3AC-0428-6FAD-B5CA-3F45BA966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615591-009E-3B48-3735-1842F4437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E1FF-177D-4ADF-B21B-9358DA2C2D2E}" type="datetimeFigureOut">
              <a:rPr lang="ko-KR" altLang="en-US" smtClean="0"/>
              <a:t>2023-05-02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B96912-E9FC-7BA5-F7B1-C2606BA44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B5EE46-2A41-309A-C5E5-FE0DC5910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C8262-1CA5-42B6-B64C-1D53305F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169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501E6A-2C1E-5E88-D662-17AE5F9CF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37A2F5-6718-3994-2EC0-6CF726101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39051C-1215-C5A7-10E5-32E7C2775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472FFF-B4DF-1373-E3A3-089F551B8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E1FF-177D-4ADF-B21B-9358DA2C2D2E}" type="datetimeFigureOut">
              <a:rPr lang="ko-KR" altLang="en-US" smtClean="0"/>
              <a:t>2023-05-02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AEC43E-7E12-FFD1-556D-8DAB2A933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F5F2FF-F8D6-DD8C-F6C8-FE1BBC262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C8262-1CA5-42B6-B64C-1D53305F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774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86DB0C-7FD4-3424-406A-ADC2085BC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789464-9FFC-6124-6D65-23C950866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397E06-906F-F6CC-4A82-ECEE42847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E1FF-177D-4ADF-B21B-9358DA2C2D2E}" type="datetimeFigureOut">
              <a:rPr lang="ko-KR" altLang="en-US" smtClean="0"/>
              <a:t>2023-05-02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A8D2CA-4B01-F3A7-A2E5-243EE3F43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F1AD09-6962-BE2F-C062-9592A60B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C8262-1CA5-42B6-B64C-1D53305F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454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E340FCD-D8FC-1167-49E8-1854AF8C8B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797310-011F-A261-1F8B-B0C64BC80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C994A0-F0A4-4A65-A62B-526E913EA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E1FF-177D-4ADF-B21B-9358DA2C2D2E}" type="datetimeFigureOut">
              <a:rPr lang="ko-KR" altLang="en-US" smtClean="0"/>
              <a:t>2023-05-02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09E005-D828-69A3-629F-3519EE38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ADD63D-AE70-7DD5-CF5F-86D0CDA2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C8262-1CA5-42B6-B64C-1D53305F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72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BF8BF1-D6C6-6FB3-C2CB-4658CF7BA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B40DC8-AD09-2D90-8035-4C9EAB42A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7D7611-B82A-D7F1-D20B-858C3C505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7E1FF-177D-4ADF-B21B-9358DA2C2D2E}" type="datetimeFigureOut">
              <a:rPr lang="ko-KR" altLang="en-US" smtClean="0"/>
              <a:t>2023-05-02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04C827-D8E4-F421-C054-FADAAE686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418D0D-B220-7244-3743-787D117CC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8262-1CA5-42B6-B64C-1D53305F5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968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F6E46F4-3F5B-8B38-E94D-56F3939D2437}"/>
              </a:ext>
            </a:extLst>
          </p:cNvPr>
          <p:cNvCxnSpPr/>
          <p:nvPr/>
        </p:nvCxnSpPr>
        <p:spPr>
          <a:xfrm>
            <a:off x="6889102" y="191193"/>
            <a:ext cx="0" cy="64839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BDA5F22-E638-B1FD-29CC-FE5D87C2D633}"/>
              </a:ext>
            </a:extLst>
          </p:cNvPr>
          <p:cNvCxnSpPr>
            <a:cxnSpLocks/>
          </p:cNvCxnSpPr>
          <p:nvPr/>
        </p:nvCxnSpPr>
        <p:spPr>
          <a:xfrm>
            <a:off x="2825102" y="3433157"/>
            <a:ext cx="81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58AC0FB-EF18-0EA8-8A90-F05D14457809}"/>
              </a:ext>
            </a:extLst>
          </p:cNvPr>
          <p:cNvSpPr txBox="1"/>
          <p:nvPr/>
        </p:nvSpPr>
        <p:spPr>
          <a:xfrm>
            <a:off x="6311700" y="3209399"/>
            <a:ext cx="5774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Blocking</a:t>
            </a:r>
            <a:endParaRPr lang="ko-KR" altLang="en-US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74FB2A-A7D7-23E5-C5ED-7AA6F2F46281}"/>
              </a:ext>
            </a:extLst>
          </p:cNvPr>
          <p:cNvSpPr txBox="1"/>
          <p:nvPr/>
        </p:nvSpPr>
        <p:spPr>
          <a:xfrm>
            <a:off x="6889102" y="3209399"/>
            <a:ext cx="8178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Non-Blocking</a:t>
            </a:r>
            <a:endParaRPr lang="ko-KR" altLang="en-US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F5002C-21E5-5923-F5C2-DB071491A27B}"/>
              </a:ext>
            </a:extLst>
          </p:cNvPr>
          <p:cNvSpPr txBox="1"/>
          <p:nvPr/>
        </p:nvSpPr>
        <p:spPr>
          <a:xfrm>
            <a:off x="6889102" y="3441472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Asynchronous</a:t>
            </a:r>
            <a:endParaRPr lang="ko-KR" altLang="en-US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092697-6839-05AB-0816-D4F7A66C6D1C}"/>
              </a:ext>
            </a:extLst>
          </p:cNvPr>
          <p:cNvSpPr txBox="1"/>
          <p:nvPr/>
        </p:nvSpPr>
        <p:spPr>
          <a:xfrm>
            <a:off x="6108118" y="3441472"/>
            <a:ext cx="7809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Synchronous</a:t>
            </a:r>
            <a:endParaRPr lang="ko-KR" altLang="en-US" sz="8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79CCD9-B52B-1A6F-14BB-E9425B8B89FA}"/>
              </a:ext>
            </a:extLst>
          </p:cNvPr>
          <p:cNvSpPr/>
          <p:nvPr/>
        </p:nvSpPr>
        <p:spPr>
          <a:xfrm>
            <a:off x="3478248" y="541176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client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ED45A5B-EF28-411C-54C9-CF68AF9A56F3}"/>
              </a:ext>
            </a:extLst>
          </p:cNvPr>
          <p:cNvCxnSpPr>
            <a:stCxn id="15" idx="2"/>
          </p:cNvCxnSpPr>
          <p:nvPr/>
        </p:nvCxnSpPr>
        <p:spPr>
          <a:xfrm flipH="1">
            <a:off x="3787194" y="802433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CEFC84D-A56F-9436-42FF-976778656B46}"/>
              </a:ext>
            </a:extLst>
          </p:cNvPr>
          <p:cNvSpPr/>
          <p:nvPr/>
        </p:nvSpPr>
        <p:spPr>
          <a:xfrm>
            <a:off x="5355775" y="541176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server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0767199-95D2-2C64-ED3D-31E0D2023434}"/>
              </a:ext>
            </a:extLst>
          </p:cNvPr>
          <p:cNvCxnSpPr>
            <a:stCxn id="21" idx="2"/>
          </p:cNvCxnSpPr>
          <p:nvPr/>
        </p:nvCxnSpPr>
        <p:spPr>
          <a:xfrm flipH="1">
            <a:off x="5664721" y="802433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C094F04-989D-54CE-AE37-6AD69197E106}"/>
              </a:ext>
            </a:extLst>
          </p:cNvPr>
          <p:cNvCxnSpPr>
            <a:cxnSpLocks/>
          </p:cNvCxnSpPr>
          <p:nvPr/>
        </p:nvCxnSpPr>
        <p:spPr>
          <a:xfrm>
            <a:off x="2929812" y="1436919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76C0FB7-9A37-EF46-6C63-B0BF3B44FF88}"/>
              </a:ext>
            </a:extLst>
          </p:cNvPr>
          <p:cNvCxnSpPr>
            <a:cxnSpLocks/>
          </p:cNvCxnSpPr>
          <p:nvPr/>
        </p:nvCxnSpPr>
        <p:spPr>
          <a:xfrm>
            <a:off x="2929812" y="2569030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59180D01-0705-5A3D-127C-D44B4C7BD3BE}"/>
              </a:ext>
            </a:extLst>
          </p:cNvPr>
          <p:cNvSpPr/>
          <p:nvPr/>
        </p:nvSpPr>
        <p:spPr>
          <a:xfrm>
            <a:off x="3512590" y="1152063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F176C43-8F9C-ED61-C191-9FD7EBF1FF76}"/>
              </a:ext>
            </a:extLst>
          </p:cNvPr>
          <p:cNvSpPr/>
          <p:nvPr/>
        </p:nvSpPr>
        <p:spPr>
          <a:xfrm>
            <a:off x="3745722" y="1134184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FF8B42E-C22B-96E5-48C1-0BCED4765CB9}"/>
              </a:ext>
            </a:extLst>
          </p:cNvPr>
          <p:cNvSpPr/>
          <p:nvPr/>
        </p:nvSpPr>
        <p:spPr>
          <a:xfrm>
            <a:off x="5614706" y="1536834"/>
            <a:ext cx="89670" cy="865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9A34B57-C05B-9ACC-E71C-4B9C254ECEE9}"/>
              </a:ext>
            </a:extLst>
          </p:cNvPr>
          <p:cNvSpPr/>
          <p:nvPr/>
        </p:nvSpPr>
        <p:spPr>
          <a:xfrm>
            <a:off x="3745722" y="2668798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1F62F0A-91E2-1D08-2168-7C01CE4DC36E}"/>
              </a:ext>
            </a:extLst>
          </p:cNvPr>
          <p:cNvSpPr/>
          <p:nvPr/>
        </p:nvSpPr>
        <p:spPr>
          <a:xfrm>
            <a:off x="7947258" y="541176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client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F2D118A4-704B-9A88-CB4F-F9BDA8F086E3}"/>
              </a:ext>
            </a:extLst>
          </p:cNvPr>
          <p:cNvCxnSpPr>
            <a:stCxn id="50" idx="2"/>
          </p:cNvCxnSpPr>
          <p:nvPr/>
        </p:nvCxnSpPr>
        <p:spPr>
          <a:xfrm flipH="1">
            <a:off x="8256204" y="802433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36079D8-A155-4029-5543-E8A5F65FE277}"/>
              </a:ext>
            </a:extLst>
          </p:cNvPr>
          <p:cNvSpPr/>
          <p:nvPr/>
        </p:nvSpPr>
        <p:spPr>
          <a:xfrm>
            <a:off x="9824785" y="541176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server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4CE0E48E-75EE-1C33-3BCB-F1AD8EC769CF}"/>
              </a:ext>
            </a:extLst>
          </p:cNvPr>
          <p:cNvCxnSpPr>
            <a:stCxn id="52" idx="2"/>
          </p:cNvCxnSpPr>
          <p:nvPr/>
        </p:nvCxnSpPr>
        <p:spPr>
          <a:xfrm flipH="1">
            <a:off x="10133731" y="802433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7F34422E-DB3A-060F-254F-8AEB5534E699}"/>
              </a:ext>
            </a:extLst>
          </p:cNvPr>
          <p:cNvCxnSpPr>
            <a:cxnSpLocks/>
          </p:cNvCxnSpPr>
          <p:nvPr/>
        </p:nvCxnSpPr>
        <p:spPr>
          <a:xfrm>
            <a:off x="7398822" y="1436919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7F1CAB2-6D84-66B1-9ED7-435591227EA0}"/>
              </a:ext>
            </a:extLst>
          </p:cNvPr>
          <p:cNvCxnSpPr>
            <a:cxnSpLocks/>
          </p:cNvCxnSpPr>
          <p:nvPr/>
        </p:nvCxnSpPr>
        <p:spPr>
          <a:xfrm>
            <a:off x="7398822" y="2569030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8701E6C5-248E-489A-DCAF-091644E9A46F}"/>
              </a:ext>
            </a:extLst>
          </p:cNvPr>
          <p:cNvSpPr/>
          <p:nvPr/>
        </p:nvSpPr>
        <p:spPr>
          <a:xfrm>
            <a:off x="7981600" y="1152063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DAB25C6E-6B29-53EC-0917-1A80E515765A}"/>
              </a:ext>
            </a:extLst>
          </p:cNvPr>
          <p:cNvSpPr/>
          <p:nvPr/>
        </p:nvSpPr>
        <p:spPr>
          <a:xfrm>
            <a:off x="7981600" y="2686679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70CB15A-FB0C-4420-282B-69A2A3A9A7C9}"/>
              </a:ext>
            </a:extLst>
          </p:cNvPr>
          <p:cNvSpPr/>
          <p:nvPr/>
        </p:nvSpPr>
        <p:spPr>
          <a:xfrm>
            <a:off x="8214732" y="1134184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CD57363-04A6-D7D0-5F41-A0C80B630438}"/>
              </a:ext>
            </a:extLst>
          </p:cNvPr>
          <p:cNvSpPr/>
          <p:nvPr/>
        </p:nvSpPr>
        <p:spPr>
          <a:xfrm>
            <a:off x="10083716" y="1536834"/>
            <a:ext cx="89670" cy="865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3B9271F-70CA-2931-9FB9-971B436D1F60}"/>
              </a:ext>
            </a:extLst>
          </p:cNvPr>
          <p:cNvSpPr/>
          <p:nvPr/>
        </p:nvSpPr>
        <p:spPr>
          <a:xfrm>
            <a:off x="8214732" y="2668798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8371758-FFE8-58F1-2C75-CB3581D8D1E1}"/>
              </a:ext>
            </a:extLst>
          </p:cNvPr>
          <p:cNvSpPr/>
          <p:nvPr/>
        </p:nvSpPr>
        <p:spPr>
          <a:xfrm>
            <a:off x="3478248" y="3812600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client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0E705413-1F35-8F21-0C32-1C30474196CF}"/>
              </a:ext>
            </a:extLst>
          </p:cNvPr>
          <p:cNvCxnSpPr>
            <a:stCxn id="64" idx="2"/>
          </p:cNvCxnSpPr>
          <p:nvPr/>
        </p:nvCxnSpPr>
        <p:spPr>
          <a:xfrm flipH="1">
            <a:off x="3787194" y="4073857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DB59AB88-9637-2BDB-CCD0-9E4F25B2D8A2}"/>
              </a:ext>
            </a:extLst>
          </p:cNvPr>
          <p:cNvSpPr/>
          <p:nvPr/>
        </p:nvSpPr>
        <p:spPr>
          <a:xfrm>
            <a:off x="5355775" y="3812600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server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E8FEAAAC-C3B2-0E05-0366-1EDE9618AF8C}"/>
              </a:ext>
            </a:extLst>
          </p:cNvPr>
          <p:cNvCxnSpPr>
            <a:stCxn id="66" idx="2"/>
          </p:cNvCxnSpPr>
          <p:nvPr/>
        </p:nvCxnSpPr>
        <p:spPr>
          <a:xfrm flipH="1">
            <a:off x="5664721" y="4073857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D43CB75-5265-CA2C-8707-E05E8A8D4974}"/>
              </a:ext>
            </a:extLst>
          </p:cNvPr>
          <p:cNvCxnSpPr>
            <a:cxnSpLocks/>
          </p:cNvCxnSpPr>
          <p:nvPr/>
        </p:nvCxnSpPr>
        <p:spPr>
          <a:xfrm>
            <a:off x="2929812" y="4708343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6C822DFE-4B9E-7098-5913-EE3AA31467DD}"/>
              </a:ext>
            </a:extLst>
          </p:cNvPr>
          <p:cNvCxnSpPr>
            <a:cxnSpLocks/>
          </p:cNvCxnSpPr>
          <p:nvPr/>
        </p:nvCxnSpPr>
        <p:spPr>
          <a:xfrm>
            <a:off x="2929812" y="5840454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타원 70">
            <a:extLst>
              <a:ext uri="{FF2B5EF4-FFF2-40B4-BE49-F238E27FC236}">
                <a16:creationId xmlns:a16="http://schemas.microsoft.com/office/drawing/2014/main" id="{898DB696-87CA-AE85-FC77-501419C2D5EA}"/>
              </a:ext>
            </a:extLst>
          </p:cNvPr>
          <p:cNvSpPr/>
          <p:nvPr/>
        </p:nvSpPr>
        <p:spPr>
          <a:xfrm>
            <a:off x="5744681" y="5147901"/>
            <a:ext cx="186611" cy="18661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0C5C1B3E-36C2-3F0C-5597-57ED551EABCE}"/>
              </a:ext>
            </a:extLst>
          </p:cNvPr>
          <p:cNvSpPr/>
          <p:nvPr/>
        </p:nvSpPr>
        <p:spPr>
          <a:xfrm>
            <a:off x="3745722" y="4405608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6C95517-ED64-4E67-5433-97455E822B1F}"/>
              </a:ext>
            </a:extLst>
          </p:cNvPr>
          <p:cNvSpPr/>
          <p:nvPr/>
        </p:nvSpPr>
        <p:spPr>
          <a:xfrm>
            <a:off x="5614706" y="4808258"/>
            <a:ext cx="89670" cy="865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C898DF0-62F8-B54C-C827-B85618C9FE6C}"/>
              </a:ext>
            </a:extLst>
          </p:cNvPr>
          <p:cNvSpPr/>
          <p:nvPr/>
        </p:nvSpPr>
        <p:spPr>
          <a:xfrm>
            <a:off x="3745722" y="5940222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5CA7B5F-D601-568D-ECF8-96B5507D5349}"/>
              </a:ext>
            </a:extLst>
          </p:cNvPr>
          <p:cNvSpPr/>
          <p:nvPr/>
        </p:nvSpPr>
        <p:spPr>
          <a:xfrm>
            <a:off x="7947258" y="3812600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client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CACD94D6-71C0-8EDC-A94E-2EB8260FC87C}"/>
              </a:ext>
            </a:extLst>
          </p:cNvPr>
          <p:cNvCxnSpPr>
            <a:stCxn id="77" idx="2"/>
          </p:cNvCxnSpPr>
          <p:nvPr/>
        </p:nvCxnSpPr>
        <p:spPr>
          <a:xfrm flipH="1">
            <a:off x="8256204" y="4073857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D9EB4F2-B9E9-8131-8DDB-90E98B1C376F}"/>
              </a:ext>
            </a:extLst>
          </p:cNvPr>
          <p:cNvSpPr/>
          <p:nvPr/>
        </p:nvSpPr>
        <p:spPr>
          <a:xfrm>
            <a:off x="9824785" y="3812600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server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7E11781D-EF86-DC75-3B3D-876C04E15C4E}"/>
              </a:ext>
            </a:extLst>
          </p:cNvPr>
          <p:cNvCxnSpPr>
            <a:stCxn id="79" idx="2"/>
          </p:cNvCxnSpPr>
          <p:nvPr/>
        </p:nvCxnSpPr>
        <p:spPr>
          <a:xfrm flipH="1">
            <a:off x="10133731" y="4073857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461612ED-DDF2-BDD6-F5E7-42AE0C73CCD3}"/>
              </a:ext>
            </a:extLst>
          </p:cNvPr>
          <p:cNvCxnSpPr>
            <a:cxnSpLocks/>
          </p:cNvCxnSpPr>
          <p:nvPr/>
        </p:nvCxnSpPr>
        <p:spPr>
          <a:xfrm>
            <a:off x="7398822" y="4708343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485D2D5F-6C73-A3DD-EAB9-121E14AE3D66}"/>
              </a:ext>
            </a:extLst>
          </p:cNvPr>
          <p:cNvCxnSpPr>
            <a:cxnSpLocks/>
          </p:cNvCxnSpPr>
          <p:nvPr/>
        </p:nvCxnSpPr>
        <p:spPr>
          <a:xfrm>
            <a:off x="7398822" y="5840454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8D9F627F-4EB3-1EEC-3CCB-655BD582F36C}"/>
              </a:ext>
            </a:extLst>
          </p:cNvPr>
          <p:cNvSpPr/>
          <p:nvPr/>
        </p:nvSpPr>
        <p:spPr>
          <a:xfrm>
            <a:off x="10218353" y="5046798"/>
            <a:ext cx="186611" cy="18661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C4E8D1C6-8750-CE8F-E6B1-FC3499C240D0}"/>
              </a:ext>
            </a:extLst>
          </p:cNvPr>
          <p:cNvSpPr/>
          <p:nvPr/>
        </p:nvSpPr>
        <p:spPr>
          <a:xfrm>
            <a:off x="8214732" y="4405608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E69F96B-D7DF-7F83-296A-B2EB5CDC9FE8}"/>
              </a:ext>
            </a:extLst>
          </p:cNvPr>
          <p:cNvSpPr/>
          <p:nvPr/>
        </p:nvSpPr>
        <p:spPr>
          <a:xfrm>
            <a:off x="10083716" y="4808258"/>
            <a:ext cx="89670" cy="865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38526FDB-D6EB-1FC5-05BD-CCBD255B9BFC}"/>
              </a:ext>
            </a:extLst>
          </p:cNvPr>
          <p:cNvCxnSpPr>
            <a:cxnSpLocks/>
            <a:stCxn id="62" idx="3"/>
            <a:endCxn id="61" idx="1"/>
          </p:cNvCxnSpPr>
          <p:nvPr/>
        </p:nvCxnSpPr>
        <p:spPr>
          <a:xfrm flipV="1">
            <a:off x="8308036" y="1969782"/>
            <a:ext cx="1775680" cy="810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9AB3405B-47F0-206D-973B-B78F21F16E5C}"/>
              </a:ext>
            </a:extLst>
          </p:cNvPr>
          <p:cNvSpPr txBox="1"/>
          <p:nvPr/>
        </p:nvSpPr>
        <p:spPr>
          <a:xfrm>
            <a:off x="9004147" y="2213378"/>
            <a:ext cx="7024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Done ?????</a:t>
            </a:r>
            <a:endParaRPr lang="ko-KR" altLang="en-US" sz="800" dirty="0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D5DA357E-60FB-2602-4EF1-1947A78DED27}"/>
              </a:ext>
            </a:extLst>
          </p:cNvPr>
          <p:cNvSpPr/>
          <p:nvPr/>
        </p:nvSpPr>
        <p:spPr>
          <a:xfrm>
            <a:off x="411851" y="5992478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941DD5BB-04EE-1B2B-7C80-5C89B639306F}"/>
              </a:ext>
            </a:extLst>
          </p:cNvPr>
          <p:cNvSpPr/>
          <p:nvPr/>
        </p:nvSpPr>
        <p:spPr>
          <a:xfrm>
            <a:off x="411850" y="6245839"/>
            <a:ext cx="186611" cy="18661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664F60D-F852-AE37-9E4B-3DECA3A8CF27}"/>
              </a:ext>
            </a:extLst>
          </p:cNvPr>
          <p:cNvSpPr txBox="1"/>
          <p:nvPr/>
        </p:nvSpPr>
        <p:spPr>
          <a:xfrm>
            <a:off x="619517" y="5978061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/>
              <a:t>제어권</a:t>
            </a:r>
            <a:endParaRPr lang="ko-KR" altLang="en-US" sz="8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CEFF3D8-88A4-39A7-2754-C4C34C1F025D}"/>
              </a:ext>
            </a:extLst>
          </p:cNvPr>
          <p:cNvSpPr txBox="1"/>
          <p:nvPr/>
        </p:nvSpPr>
        <p:spPr>
          <a:xfrm>
            <a:off x="619517" y="6231422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결과값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50377F1E-8854-813E-31E3-084B07379E7D}"/>
              </a:ext>
            </a:extLst>
          </p:cNvPr>
          <p:cNvSpPr/>
          <p:nvPr/>
        </p:nvSpPr>
        <p:spPr>
          <a:xfrm>
            <a:off x="8214732" y="4791036"/>
            <a:ext cx="93304" cy="2223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E1DCD0AA-CBFC-B837-1E88-F0317F2EA894}"/>
              </a:ext>
            </a:extLst>
          </p:cNvPr>
          <p:cNvSpPr/>
          <p:nvPr/>
        </p:nvSpPr>
        <p:spPr>
          <a:xfrm>
            <a:off x="8214732" y="5511000"/>
            <a:ext cx="93304" cy="2223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52420851-AA82-0754-0B0B-0B1917B25DE1}"/>
              </a:ext>
            </a:extLst>
          </p:cNvPr>
          <p:cNvCxnSpPr>
            <a:cxnSpLocks/>
            <a:stCxn id="47" idx="1"/>
            <a:endCxn id="48" idx="3"/>
          </p:cNvCxnSpPr>
          <p:nvPr/>
        </p:nvCxnSpPr>
        <p:spPr>
          <a:xfrm flipH="1">
            <a:off x="3839026" y="1969782"/>
            <a:ext cx="1775680" cy="810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타원 108">
            <a:extLst>
              <a:ext uri="{FF2B5EF4-FFF2-40B4-BE49-F238E27FC236}">
                <a16:creationId xmlns:a16="http://schemas.microsoft.com/office/drawing/2014/main" id="{090CD1C0-91A5-2556-FC89-206D796AF828}"/>
              </a:ext>
            </a:extLst>
          </p:cNvPr>
          <p:cNvSpPr/>
          <p:nvPr/>
        </p:nvSpPr>
        <p:spPr>
          <a:xfrm>
            <a:off x="3521920" y="5961328"/>
            <a:ext cx="186611" cy="18661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0B757A7D-898E-45B0-1713-E828379D1C99}"/>
              </a:ext>
            </a:extLst>
          </p:cNvPr>
          <p:cNvSpPr/>
          <p:nvPr/>
        </p:nvSpPr>
        <p:spPr>
          <a:xfrm>
            <a:off x="8003113" y="5961328"/>
            <a:ext cx="186611" cy="18661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E95DB96-E71D-9245-0D67-4C08BD87E66B}"/>
              </a:ext>
            </a:extLst>
          </p:cNvPr>
          <p:cNvSpPr txBox="1"/>
          <p:nvPr/>
        </p:nvSpPr>
        <p:spPr>
          <a:xfrm>
            <a:off x="4528671" y="2213378"/>
            <a:ext cx="6222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Done !!!!!</a:t>
            </a:r>
            <a:endParaRPr lang="ko-KR" altLang="en-US" sz="800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CE06CA33-21B6-DC9A-7B1B-78B6A55456AC}"/>
              </a:ext>
            </a:extLst>
          </p:cNvPr>
          <p:cNvSpPr/>
          <p:nvPr/>
        </p:nvSpPr>
        <p:spPr>
          <a:xfrm>
            <a:off x="5732970" y="1870305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3B7A2B21-DCCF-C72B-DD25-552F07EA6F5A}"/>
              </a:ext>
            </a:extLst>
          </p:cNvPr>
          <p:cNvSpPr/>
          <p:nvPr/>
        </p:nvSpPr>
        <p:spPr>
          <a:xfrm>
            <a:off x="8214732" y="5945892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8BD91007-8279-E8A0-B37E-3BE4EB995178}"/>
              </a:ext>
            </a:extLst>
          </p:cNvPr>
          <p:cNvSpPr/>
          <p:nvPr/>
        </p:nvSpPr>
        <p:spPr>
          <a:xfrm>
            <a:off x="8214377" y="5130020"/>
            <a:ext cx="93304" cy="2223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409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F6E46F4-3F5B-8B38-E94D-56F3939D2437}"/>
              </a:ext>
            </a:extLst>
          </p:cNvPr>
          <p:cNvCxnSpPr>
            <a:cxnSpLocks/>
          </p:cNvCxnSpPr>
          <p:nvPr/>
        </p:nvCxnSpPr>
        <p:spPr>
          <a:xfrm>
            <a:off x="7029066" y="681141"/>
            <a:ext cx="21956" cy="58912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BDA5F22-E638-B1FD-29CC-FE5D87C2D633}"/>
              </a:ext>
            </a:extLst>
          </p:cNvPr>
          <p:cNvCxnSpPr>
            <a:cxnSpLocks/>
          </p:cNvCxnSpPr>
          <p:nvPr/>
        </p:nvCxnSpPr>
        <p:spPr>
          <a:xfrm>
            <a:off x="2965067" y="3573122"/>
            <a:ext cx="81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58AC0FB-EF18-0EA8-8A90-F05D14457809}"/>
              </a:ext>
            </a:extLst>
          </p:cNvPr>
          <p:cNvSpPr txBox="1"/>
          <p:nvPr/>
        </p:nvSpPr>
        <p:spPr>
          <a:xfrm>
            <a:off x="4762823" y="174182"/>
            <a:ext cx="7617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Blocking</a:t>
            </a:r>
            <a:endParaRPr lang="ko-KR" altLang="en-US" sz="11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74FB2A-A7D7-23E5-C5ED-7AA6F2F46281}"/>
              </a:ext>
            </a:extLst>
          </p:cNvPr>
          <p:cNvSpPr txBox="1"/>
          <p:nvPr/>
        </p:nvSpPr>
        <p:spPr>
          <a:xfrm>
            <a:off x="8926895" y="174182"/>
            <a:ext cx="11063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Non-Blocking</a:t>
            </a:r>
            <a:endParaRPr lang="ko-KR" altLang="en-US" sz="11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F5002C-21E5-5923-F5C2-DB071491A27B}"/>
              </a:ext>
            </a:extLst>
          </p:cNvPr>
          <p:cNvSpPr txBox="1"/>
          <p:nvPr/>
        </p:nvSpPr>
        <p:spPr>
          <a:xfrm>
            <a:off x="1599929" y="5295556"/>
            <a:ext cx="11368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Asynchronous</a:t>
            </a:r>
            <a:endParaRPr lang="ko-KR" altLang="en-US" sz="11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092697-6839-05AB-0816-D4F7A66C6D1C}"/>
              </a:ext>
            </a:extLst>
          </p:cNvPr>
          <p:cNvSpPr txBox="1"/>
          <p:nvPr/>
        </p:nvSpPr>
        <p:spPr>
          <a:xfrm>
            <a:off x="1627982" y="2034993"/>
            <a:ext cx="10518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Synchronous</a:t>
            </a:r>
            <a:endParaRPr lang="ko-KR" altLang="en-US" sz="1100" b="1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79CCD9-B52B-1A6F-14BB-E9425B8B89FA}"/>
              </a:ext>
            </a:extLst>
          </p:cNvPr>
          <p:cNvSpPr/>
          <p:nvPr/>
        </p:nvSpPr>
        <p:spPr>
          <a:xfrm>
            <a:off x="3618213" y="681141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client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ED45A5B-EF28-411C-54C9-CF68AF9A56F3}"/>
              </a:ext>
            </a:extLst>
          </p:cNvPr>
          <p:cNvCxnSpPr>
            <a:stCxn id="15" idx="2"/>
          </p:cNvCxnSpPr>
          <p:nvPr/>
        </p:nvCxnSpPr>
        <p:spPr>
          <a:xfrm flipH="1">
            <a:off x="3927159" y="942398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CEFC84D-A56F-9436-42FF-976778656B46}"/>
              </a:ext>
            </a:extLst>
          </p:cNvPr>
          <p:cNvSpPr/>
          <p:nvPr/>
        </p:nvSpPr>
        <p:spPr>
          <a:xfrm>
            <a:off x="5495740" y="681141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server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0767199-95D2-2C64-ED3D-31E0D2023434}"/>
              </a:ext>
            </a:extLst>
          </p:cNvPr>
          <p:cNvCxnSpPr>
            <a:stCxn id="21" idx="2"/>
          </p:cNvCxnSpPr>
          <p:nvPr/>
        </p:nvCxnSpPr>
        <p:spPr>
          <a:xfrm flipH="1">
            <a:off x="5804686" y="942398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C094F04-989D-54CE-AE37-6AD69197E106}"/>
              </a:ext>
            </a:extLst>
          </p:cNvPr>
          <p:cNvCxnSpPr>
            <a:cxnSpLocks/>
          </p:cNvCxnSpPr>
          <p:nvPr/>
        </p:nvCxnSpPr>
        <p:spPr>
          <a:xfrm>
            <a:off x="3069777" y="1576884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76C0FB7-9A37-EF46-6C63-B0BF3B44FF88}"/>
              </a:ext>
            </a:extLst>
          </p:cNvPr>
          <p:cNvCxnSpPr>
            <a:cxnSpLocks/>
          </p:cNvCxnSpPr>
          <p:nvPr/>
        </p:nvCxnSpPr>
        <p:spPr>
          <a:xfrm>
            <a:off x="3069777" y="2708995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59180D01-0705-5A3D-127C-D44B4C7BD3BE}"/>
              </a:ext>
            </a:extLst>
          </p:cNvPr>
          <p:cNvSpPr/>
          <p:nvPr/>
        </p:nvSpPr>
        <p:spPr>
          <a:xfrm>
            <a:off x="3652555" y="1292028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323F77B3-00E6-70FD-6E92-8C4A2B3E0125}"/>
              </a:ext>
            </a:extLst>
          </p:cNvPr>
          <p:cNvSpPr/>
          <p:nvPr/>
        </p:nvSpPr>
        <p:spPr>
          <a:xfrm>
            <a:off x="3450873" y="2835192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F176C43-8F9C-ED61-C191-9FD7EBF1FF76}"/>
              </a:ext>
            </a:extLst>
          </p:cNvPr>
          <p:cNvSpPr/>
          <p:nvPr/>
        </p:nvSpPr>
        <p:spPr>
          <a:xfrm>
            <a:off x="3885687" y="1274149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FF8B42E-C22B-96E5-48C1-0BCED4765CB9}"/>
              </a:ext>
            </a:extLst>
          </p:cNvPr>
          <p:cNvSpPr/>
          <p:nvPr/>
        </p:nvSpPr>
        <p:spPr>
          <a:xfrm>
            <a:off x="5754671" y="1676799"/>
            <a:ext cx="89670" cy="865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9A34B57-C05B-9ACC-E71C-4B9C254ECEE9}"/>
              </a:ext>
            </a:extLst>
          </p:cNvPr>
          <p:cNvSpPr/>
          <p:nvPr/>
        </p:nvSpPr>
        <p:spPr>
          <a:xfrm>
            <a:off x="3885687" y="2808763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1F62F0A-91E2-1D08-2168-7C01CE4DC36E}"/>
              </a:ext>
            </a:extLst>
          </p:cNvPr>
          <p:cNvSpPr/>
          <p:nvPr/>
        </p:nvSpPr>
        <p:spPr>
          <a:xfrm>
            <a:off x="8087223" y="681141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client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F2D118A4-704B-9A88-CB4F-F9BDA8F086E3}"/>
              </a:ext>
            </a:extLst>
          </p:cNvPr>
          <p:cNvCxnSpPr>
            <a:stCxn id="50" idx="2"/>
          </p:cNvCxnSpPr>
          <p:nvPr/>
        </p:nvCxnSpPr>
        <p:spPr>
          <a:xfrm flipH="1">
            <a:off x="8396169" y="942398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36079D8-A155-4029-5543-E8A5F65FE277}"/>
              </a:ext>
            </a:extLst>
          </p:cNvPr>
          <p:cNvSpPr/>
          <p:nvPr/>
        </p:nvSpPr>
        <p:spPr>
          <a:xfrm>
            <a:off x="9964750" y="681141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server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4CE0E48E-75EE-1C33-3BCB-F1AD8EC769CF}"/>
              </a:ext>
            </a:extLst>
          </p:cNvPr>
          <p:cNvCxnSpPr>
            <a:stCxn id="52" idx="2"/>
          </p:cNvCxnSpPr>
          <p:nvPr/>
        </p:nvCxnSpPr>
        <p:spPr>
          <a:xfrm flipH="1">
            <a:off x="10273696" y="942398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7F34422E-DB3A-060F-254F-8AEB5534E699}"/>
              </a:ext>
            </a:extLst>
          </p:cNvPr>
          <p:cNvCxnSpPr>
            <a:cxnSpLocks/>
          </p:cNvCxnSpPr>
          <p:nvPr/>
        </p:nvCxnSpPr>
        <p:spPr>
          <a:xfrm>
            <a:off x="7538787" y="1576884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7F1CAB2-6D84-66B1-9ED7-435591227EA0}"/>
              </a:ext>
            </a:extLst>
          </p:cNvPr>
          <p:cNvCxnSpPr>
            <a:cxnSpLocks/>
          </p:cNvCxnSpPr>
          <p:nvPr/>
        </p:nvCxnSpPr>
        <p:spPr>
          <a:xfrm>
            <a:off x="7538787" y="2708995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8701E6C5-248E-489A-DCAF-091644E9A46F}"/>
              </a:ext>
            </a:extLst>
          </p:cNvPr>
          <p:cNvSpPr/>
          <p:nvPr/>
        </p:nvSpPr>
        <p:spPr>
          <a:xfrm>
            <a:off x="8121565" y="1292028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70CB15A-FB0C-4420-282B-69A2A3A9A7C9}"/>
              </a:ext>
            </a:extLst>
          </p:cNvPr>
          <p:cNvSpPr/>
          <p:nvPr/>
        </p:nvSpPr>
        <p:spPr>
          <a:xfrm>
            <a:off x="8354697" y="1274149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CD57363-04A6-D7D0-5F41-A0C80B630438}"/>
              </a:ext>
            </a:extLst>
          </p:cNvPr>
          <p:cNvSpPr/>
          <p:nvPr/>
        </p:nvSpPr>
        <p:spPr>
          <a:xfrm>
            <a:off x="10223681" y="1676799"/>
            <a:ext cx="89670" cy="865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3B9271F-70CA-2931-9FB9-971B436D1F60}"/>
              </a:ext>
            </a:extLst>
          </p:cNvPr>
          <p:cNvSpPr/>
          <p:nvPr/>
        </p:nvSpPr>
        <p:spPr>
          <a:xfrm>
            <a:off x="8354697" y="2808763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8371758-FFE8-58F1-2C75-CB3581D8D1E1}"/>
              </a:ext>
            </a:extLst>
          </p:cNvPr>
          <p:cNvSpPr/>
          <p:nvPr/>
        </p:nvSpPr>
        <p:spPr>
          <a:xfrm>
            <a:off x="3618213" y="3952565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client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0E705413-1F35-8F21-0C32-1C30474196CF}"/>
              </a:ext>
            </a:extLst>
          </p:cNvPr>
          <p:cNvCxnSpPr>
            <a:stCxn id="64" idx="2"/>
          </p:cNvCxnSpPr>
          <p:nvPr/>
        </p:nvCxnSpPr>
        <p:spPr>
          <a:xfrm flipH="1">
            <a:off x="3927159" y="4213822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DB59AB88-9637-2BDB-CCD0-9E4F25B2D8A2}"/>
              </a:ext>
            </a:extLst>
          </p:cNvPr>
          <p:cNvSpPr/>
          <p:nvPr/>
        </p:nvSpPr>
        <p:spPr>
          <a:xfrm>
            <a:off x="5495740" y="3952565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server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E8FEAAAC-C3B2-0E05-0366-1EDE9618AF8C}"/>
              </a:ext>
            </a:extLst>
          </p:cNvPr>
          <p:cNvCxnSpPr>
            <a:stCxn id="66" idx="2"/>
          </p:cNvCxnSpPr>
          <p:nvPr/>
        </p:nvCxnSpPr>
        <p:spPr>
          <a:xfrm flipH="1">
            <a:off x="5804686" y="4213822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D43CB75-5265-CA2C-8707-E05E8A8D4974}"/>
              </a:ext>
            </a:extLst>
          </p:cNvPr>
          <p:cNvCxnSpPr>
            <a:cxnSpLocks/>
          </p:cNvCxnSpPr>
          <p:nvPr/>
        </p:nvCxnSpPr>
        <p:spPr>
          <a:xfrm>
            <a:off x="3069777" y="4848308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6C822DFE-4B9E-7098-5913-EE3AA31467DD}"/>
              </a:ext>
            </a:extLst>
          </p:cNvPr>
          <p:cNvCxnSpPr>
            <a:cxnSpLocks/>
          </p:cNvCxnSpPr>
          <p:nvPr/>
        </p:nvCxnSpPr>
        <p:spPr>
          <a:xfrm>
            <a:off x="3069777" y="5980419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0C5C1B3E-36C2-3F0C-5597-57ED551EABCE}"/>
              </a:ext>
            </a:extLst>
          </p:cNvPr>
          <p:cNvSpPr/>
          <p:nvPr/>
        </p:nvSpPr>
        <p:spPr>
          <a:xfrm>
            <a:off x="3885687" y="4545573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6C95517-ED64-4E67-5433-97455E822B1F}"/>
              </a:ext>
            </a:extLst>
          </p:cNvPr>
          <p:cNvSpPr/>
          <p:nvPr/>
        </p:nvSpPr>
        <p:spPr>
          <a:xfrm>
            <a:off x="5754671" y="4948223"/>
            <a:ext cx="89670" cy="865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C898DF0-62F8-B54C-C827-B85618C9FE6C}"/>
              </a:ext>
            </a:extLst>
          </p:cNvPr>
          <p:cNvSpPr/>
          <p:nvPr/>
        </p:nvSpPr>
        <p:spPr>
          <a:xfrm>
            <a:off x="3885687" y="6080187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5CA7B5F-D601-568D-ECF8-96B5507D5349}"/>
              </a:ext>
            </a:extLst>
          </p:cNvPr>
          <p:cNvSpPr/>
          <p:nvPr/>
        </p:nvSpPr>
        <p:spPr>
          <a:xfrm>
            <a:off x="8087223" y="3952565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client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CACD94D6-71C0-8EDC-A94E-2EB8260FC87C}"/>
              </a:ext>
            </a:extLst>
          </p:cNvPr>
          <p:cNvCxnSpPr>
            <a:stCxn id="77" idx="2"/>
          </p:cNvCxnSpPr>
          <p:nvPr/>
        </p:nvCxnSpPr>
        <p:spPr>
          <a:xfrm flipH="1">
            <a:off x="8396169" y="4213822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D9EB4F2-B9E9-8131-8DDB-90E98B1C376F}"/>
              </a:ext>
            </a:extLst>
          </p:cNvPr>
          <p:cNvSpPr/>
          <p:nvPr/>
        </p:nvSpPr>
        <p:spPr>
          <a:xfrm>
            <a:off x="9964750" y="3952565"/>
            <a:ext cx="617893" cy="2612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server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7E11781D-EF86-DC75-3B3D-876C04E15C4E}"/>
              </a:ext>
            </a:extLst>
          </p:cNvPr>
          <p:cNvCxnSpPr>
            <a:stCxn id="79" idx="2"/>
          </p:cNvCxnSpPr>
          <p:nvPr/>
        </p:nvCxnSpPr>
        <p:spPr>
          <a:xfrm flipH="1">
            <a:off x="10273696" y="4213822"/>
            <a:ext cx="1" cy="2248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461612ED-DDF2-BDD6-F5E7-42AE0C73CCD3}"/>
              </a:ext>
            </a:extLst>
          </p:cNvPr>
          <p:cNvCxnSpPr>
            <a:cxnSpLocks/>
          </p:cNvCxnSpPr>
          <p:nvPr/>
        </p:nvCxnSpPr>
        <p:spPr>
          <a:xfrm>
            <a:off x="7538787" y="4848308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485D2D5F-6C73-A3DD-EAB9-121E14AE3D66}"/>
              </a:ext>
            </a:extLst>
          </p:cNvPr>
          <p:cNvCxnSpPr>
            <a:cxnSpLocks/>
          </p:cNvCxnSpPr>
          <p:nvPr/>
        </p:nvCxnSpPr>
        <p:spPr>
          <a:xfrm>
            <a:off x="7538787" y="5980419"/>
            <a:ext cx="36389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8D9F627F-4EB3-1EEC-3CCB-655BD582F36C}"/>
              </a:ext>
            </a:extLst>
          </p:cNvPr>
          <p:cNvSpPr/>
          <p:nvPr/>
        </p:nvSpPr>
        <p:spPr>
          <a:xfrm>
            <a:off x="10359655" y="5575539"/>
            <a:ext cx="186611" cy="18661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C4E8D1C6-8750-CE8F-E6B1-FC3499C240D0}"/>
              </a:ext>
            </a:extLst>
          </p:cNvPr>
          <p:cNvSpPr/>
          <p:nvPr/>
        </p:nvSpPr>
        <p:spPr>
          <a:xfrm>
            <a:off x="8354697" y="4545573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E69F96B-D7DF-7F83-296A-B2EB5CDC9FE8}"/>
              </a:ext>
            </a:extLst>
          </p:cNvPr>
          <p:cNvSpPr/>
          <p:nvPr/>
        </p:nvSpPr>
        <p:spPr>
          <a:xfrm>
            <a:off x="10223681" y="4948223"/>
            <a:ext cx="89670" cy="865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EEE2FF3-8219-58D3-F3E0-DB787D749F90}"/>
              </a:ext>
            </a:extLst>
          </p:cNvPr>
          <p:cNvSpPr/>
          <p:nvPr/>
        </p:nvSpPr>
        <p:spPr>
          <a:xfrm>
            <a:off x="8354697" y="1662926"/>
            <a:ext cx="93304" cy="2223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192461C-AA19-916F-AB19-56952AECDE93}"/>
              </a:ext>
            </a:extLst>
          </p:cNvPr>
          <p:cNvSpPr/>
          <p:nvPr/>
        </p:nvSpPr>
        <p:spPr>
          <a:xfrm>
            <a:off x="8354697" y="1994113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C9B254C2-66AA-302A-D056-EB6B38ECD917}"/>
              </a:ext>
            </a:extLst>
          </p:cNvPr>
          <p:cNvSpPr/>
          <p:nvPr/>
        </p:nvSpPr>
        <p:spPr>
          <a:xfrm>
            <a:off x="8354697" y="2382890"/>
            <a:ext cx="93304" cy="2223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E10CDD7A-DE6C-DBAB-9BA9-AE4B8C802020}"/>
              </a:ext>
            </a:extLst>
          </p:cNvPr>
          <p:cNvSpPr/>
          <p:nvPr/>
        </p:nvSpPr>
        <p:spPr>
          <a:xfrm>
            <a:off x="8115084" y="1988347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38526FDB-D6EB-1FC5-05BD-CCBD255B9BFC}"/>
              </a:ext>
            </a:extLst>
          </p:cNvPr>
          <p:cNvCxnSpPr>
            <a:cxnSpLocks/>
            <a:stCxn id="91" idx="3"/>
            <a:endCxn id="61" idx="1"/>
          </p:cNvCxnSpPr>
          <p:nvPr/>
        </p:nvCxnSpPr>
        <p:spPr>
          <a:xfrm>
            <a:off x="8448001" y="2105299"/>
            <a:ext cx="1775680" cy="4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9AB3405B-47F0-206D-973B-B78F21F16E5C}"/>
              </a:ext>
            </a:extLst>
          </p:cNvPr>
          <p:cNvSpPr txBox="1"/>
          <p:nvPr/>
        </p:nvSpPr>
        <p:spPr>
          <a:xfrm>
            <a:off x="9080784" y="1950522"/>
            <a:ext cx="7024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Done ?????</a:t>
            </a:r>
            <a:endParaRPr lang="ko-KR" altLang="en-US" sz="800" dirty="0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D5DA357E-60FB-2602-4EF1-1947A78DED27}"/>
              </a:ext>
            </a:extLst>
          </p:cNvPr>
          <p:cNvSpPr/>
          <p:nvPr/>
        </p:nvSpPr>
        <p:spPr>
          <a:xfrm>
            <a:off x="411851" y="5992478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941DD5BB-04EE-1B2B-7C80-5C89B639306F}"/>
              </a:ext>
            </a:extLst>
          </p:cNvPr>
          <p:cNvSpPr/>
          <p:nvPr/>
        </p:nvSpPr>
        <p:spPr>
          <a:xfrm>
            <a:off x="411850" y="6245839"/>
            <a:ext cx="186611" cy="18661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664F60D-F852-AE37-9E4B-3DECA3A8CF27}"/>
              </a:ext>
            </a:extLst>
          </p:cNvPr>
          <p:cNvSpPr txBox="1"/>
          <p:nvPr/>
        </p:nvSpPr>
        <p:spPr>
          <a:xfrm>
            <a:off x="619517" y="5978061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/>
              <a:t>제어권</a:t>
            </a:r>
            <a:endParaRPr lang="ko-KR" altLang="en-US" sz="8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CEFF3D8-88A4-39A7-2754-C4C34C1F025D}"/>
              </a:ext>
            </a:extLst>
          </p:cNvPr>
          <p:cNvSpPr txBox="1"/>
          <p:nvPr/>
        </p:nvSpPr>
        <p:spPr>
          <a:xfrm>
            <a:off x="619517" y="6231422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결과값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50377F1E-8854-813E-31E3-084B07379E7D}"/>
              </a:ext>
            </a:extLst>
          </p:cNvPr>
          <p:cNvSpPr/>
          <p:nvPr/>
        </p:nvSpPr>
        <p:spPr>
          <a:xfrm>
            <a:off x="8354697" y="4931001"/>
            <a:ext cx="93304" cy="2223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8B393AA-322E-8FD0-7FFD-6DD7ED56D35A}"/>
              </a:ext>
            </a:extLst>
          </p:cNvPr>
          <p:cNvSpPr/>
          <p:nvPr/>
        </p:nvSpPr>
        <p:spPr>
          <a:xfrm>
            <a:off x="8354697" y="5262188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E1DCD0AA-CBFC-B837-1E88-F0317F2EA894}"/>
              </a:ext>
            </a:extLst>
          </p:cNvPr>
          <p:cNvSpPr/>
          <p:nvPr/>
        </p:nvSpPr>
        <p:spPr>
          <a:xfrm>
            <a:off x="8354697" y="5650965"/>
            <a:ext cx="93304" cy="2223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52420851-AA82-0754-0B0B-0B1917B25DE1}"/>
              </a:ext>
            </a:extLst>
          </p:cNvPr>
          <p:cNvCxnSpPr>
            <a:cxnSpLocks/>
            <a:stCxn id="88" idx="1"/>
            <a:endCxn id="32" idx="3"/>
          </p:cNvCxnSpPr>
          <p:nvPr/>
        </p:nvCxnSpPr>
        <p:spPr>
          <a:xfrm flipH="1">
            <a:off x="8442821" y="5381171"/>
            <a:ext cx="1780860" cy="808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3E95DB96-E71D-9245-0D67-4C08BD87E66B}"/>
              </a:ext>
            </a:extLst>
          </p:cNvPr>
          <p:cNvSpPr txBox="1"/>
          <p:nvPr/>
        </p:nvSpPr>
        <p:spPr>
          <a:xfrm>
            <a:off x="9160934" y="5668844"/>
            <a:ext cx="6222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Done !!!!!</a:t>
            </a:r>
            <a:endParaRPr lang="ko-KR" altLang="en-US" sz="80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EA28892-C10B-278C-84AD-BDAFD1637244}"/>
              </a:ext>
            </a:extLst>
          </p:cNvPr>
          <p:cNvSpPr/>
          <p:nvPr/>
        </p:nvSpPr>
        <p:spPr>
          <a:xfrm>
            <a:off x="5894356" y="2011992"/>
            <a:ext cx="186611" cy="18661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4E3BA86-D30C-2CBA-85F5-B76205E0E72F}"/>
              </a:ext>
            </a:extLst>
          </p:cNvPr>
          <p:cNvSpPr/>
          <p:nvPr/>
        </p:nvSpPr>
        <p:spPr>
          <a:xfrm>
            <a:off x="3653887" y="2835192"/>
            <a:ext cx="186611" cy="18661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6B38069-9209-E768-2EE7-E263336692E3}"/>
              </a:ext>
            </a:extLst>
          </p:cNvPr>
          <p:cNvSpPr/>
          <p:nvPr/>
        </p:nvSpPr>
        <p:spPr>
          <a:xfrm>
            <a:off x="5906870" y="5296184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8AEEF13-9AB8-58E2-F871-03D7054AB68A}"/>
              </a:ext>
            </a:extLst>
          </p:cNvPr>
          <p:cNvSpPr/>
          <p:nvPr/>
        </p:nvSpPr>
        <p:spPr>
          <a:xfrm>
            <a:off x="6109884" y="5296184"/>
            <a:ext cx="186611" cy="18661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55E31EF-F594-E5BC-6821-7A305E3EB6F6}"/>
              </a:ext>
            </a:extLst>
          </p:cNvPr>
          <p:cNvSpPr/>
          <p:nvPr/>
        </p:nvSpPr>
        <p:spPr>
          <a:xfrm>
            <a:off x="3655547" y="4564110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B9F2169-29CB-AA48-402C-CDB81B11EE1C}"/>
              </a:ext>
            </a:extLst>
          </p:cNvPr>
          <p:cNvSpPr/>
          <p:nvPr/>
        </p:nvSpPr>
        <p:spPr>
          <a:xfrm>
            <a:off x="3448972" y="6100199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5E647F3-0430-FAB3-F3CE-3E7105144852}"/>
              </a:ext>
            </a:extLst>
          </p:cNvPr>
          <p:cNvSpPr/>
          <p:nvPr/>
        </p:nvSpPr>
        <p:spPr>
          <a:xfrm>
            <a:off x="3661317" y="6100199"/>
            <a:ext cx="186611" cy="18661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BA3FFD5-C4C4-5F54-C720-60D8FA94F2C3}"/>
              </a:ext>
            </a:extLst>
          </p:cNvPr>
          <p:cNvSpPr/>
          <p:nvPr/>
        </p:nvSpPr>
        <p:spPr>
          <a:xfrm>
            <a:off x="10358318" y="2348671"/>
            <a:ext cx="186611" cy="18661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C1A5BFC-8657-1115-CF43-17D840086A09}"/>
              </a:ext>
            </a:extLst>
          </p:cNvPr>
          <p:cNvCxnSpPr>
            <a:cxnSpLocks/>
            <a:stCxn id="62" idx="3"/>
          </p:cNvCxnSpPr>
          <p:nvPr/>
        </p:nvCxnSpPr>
        <p:spPr>
          <a:xfrm flipV="1">
            <a:off x="8448001" y="2438516"/>
            <a:ext cx="1775680" cy="481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EACC257-EE3E-C2F7-2EE6-A6FDF16EEFF2}"/>
              </a:ext>
            </a:extLst>
          </p:cNvPr>
          <p:cNvSpPr txBox="1"/>
          <p:nvPr/>
        </p:nvSpPr>
        <p:spPr>
          <a:xfrm>
            <a:off x="9080784" y="2570500"/>
            <a:ext cx="7024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Done ?????</a:t>
            </a:r>
            <a:endParaRPr lang="ko-KR" altLang="en-US" sz="80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D22C9586-7417-6FBE-8F41-0EC2FA7E9CAD}"/>
              </a:ext>
            </a:extLst>
          </p:cNvPr>
          <p:cNvSpPr/>
          <p:nvPr/>
        </p:nvSpPr>
        <p:spPr>
          <a:xfrm>
            <a:off x="7924865" y="2962145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F15CA5D-D4C3-B912-47AD-F0A9D4D3D418}"/>
              </a:ext>
            </a:extLst>
          </p:cNvPr>
          <p:cNvSpPr/>
          <p:nvPr/>
        </p:nvSpPr>
        <p:spPr>
          <a:xfrm>
            <a:off x="8127879" y="2962145"/>
            <a:ext cx="186611" cy="18661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132C7DD-6872-691C-70D2-F4AC546410CE}"/>
              </a:ext>
            </a:extLst>
          </p:cNvPr>
          <p:cNvSpPr/>
          <p:nvPr/>
        </p:nvSpPr>
        <p:spPr>
          <a:xfrm>
            <a:off x="8349517" y="6078633"/>
            <a:ext cx="93304" cy="222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9F62DC5-E35F-967B-36CB-6D1CD98E74F1}"/>
              </a:ext>
            </a:extLst>
          </p:cNvPr>
          <p:cNvSpPr/>
          <p:nvPr/>
        </p:nvSpPr>
        <p:spPr>
          <a:xfrm>
            <a:off x="8115084" y="4552248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B10BA6E3-72FA-8A0A-C55A-AE696E23F463}"/>
              </a:ext>
            </a:extLst>
          </p:cNvPr>
          <p:cNvSpPr/>
          <p:nvPr/>
        </p:nvSpPr>
        <p:spPr>
          <a:xfrm>
            <a:off x="10358318" y="4962340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DD7D4F5-121A-D16A-8DF3-14BE138C2914}"/>
              </a:ext>
            </a:extLst>
          </p:cNvPr>
          <p:cNvSpPr/>
          <p:nvPr/>
        </p:nvSpPr>
        <p:spPr>
          <a:xfrm>
            <a:off x="7922545" y="6189819"/>
            <a:ext cx="186611" cy="1866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87B475C4-6699-D1ED-BED5-AD82B1768E11}"/>
              </a:ext>
            </a:extLst>
          </p:cNvPr>
          <p:cNvSpPr/>
          <p:nvPr/>
        </p:nvSpPr>
        <p:spPr>
          <a:xfrm>
            <a:off x="8134890" y="6189819"/>
            <a:ext cx="186611" cy="18661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6759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5EB4782B2F7C488D6144B72C4E1882" ma:contentTypeVersion="8" ma:contentTypeDescription="Create a new document." ma:contentTypeScope="" ma:versionID="10ef2b95fbe3501338babb6ed3f31eec">
  <xsd:schema xmlns:xsd="http://www.w3.org/2001/XMLSchema" xmlns:xs="http://www.w3.org/2001/XMLSchema" xmlns:p="http://schemas.microsoft.com/office/2006/metadata/properties" xmlns:ns3="3d6d11c7-bd14-4ecc-a138-b00e2f37d40d" targetNamespace="http://schemas.microsoft.com/office/2006/metadata/properties" ma:root="true" ma:fieldsID="a0bd5beefbee041cf350aa86e10f939d" ns3:_="">
    <xsd:import namespace="3d6d11c7-bd14-4ecc-a138-b00e2f37d4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6d11c7-bd14-4ecc-a138-b00e2f37d4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E9BF5A-93F7-4A5A-829E-333B8C2E8128}">
  <ds:schemaRefs>
    <ds:schemaRef ds:uri="http://www.w3.org/XML/1998/namespace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3d6d11c7-bd14-4ecc-a138-b00e2f37d40d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718FFB9-C66B-4D03-9A39-5DC1ADBC68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471AE-67A2-41DC-9249-8898279042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6d11c7-bd14-4ecc-a138-b00e2f37d4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6cf4840-d096-4735-b8ca-3343c17f7dd7}" enabled="1" method="Standard" siteId="{4d67598d-16bc-42f1-a18d-e8fb794aedc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38</Words>
  <Application>Microsoft Office PowerPoint</Application>
  <PresentationFormat>와이드스크린</PresentationFormat>
  <Paragraphs>33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김현윤</dc:creator>
  <cp:lastModifiedBy>김현윤</cp:lastModifiedBy>
  <cp:revision>1</cp:revision>
  <dcterms:created xsi:type="dcterms:W3CDTF">2023-05-02T14:07:22Z</dcterms:created>
  <dcterms:modified xsi:type="dcterms:W3CDTF">2023-05-02T14:54:43Z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0x010100BD5EB4782B2F7C488D6144B72C4E1882</vt:lpwstr>
  </property>
</Properties>
</file>